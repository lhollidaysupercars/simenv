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4" r:id="rId6"/>
  </p:sldMasterIdLst>
  <p:sldIdLst>
    <p:sldId id="256" r:id="rId7"/>
    <p:sldId id="258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5B8F0-36D5-87CA-49D9-2F75BD754142}" v="30" dt="2024-09-19T03:49:40.391"/>
    <p1510:client id="{E42E3817-6EA1-5A16-2ECE-66AC712D692B}" v="180" dt="2024-09-19T02:22:2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9707CE85-351A-F035-88A6-600F079A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06641B8-761F-127E-0FB3-5E87AE9F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792A8EC-F05C-F0A9-0D1B-10981729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655B67-C644-EFF9-1973-E6860AE17CE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6342-C468-CFFD-ED7D-79E2FD1D8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6861" y="2422525"/>
            <a:ext cx="9269896" cy="100647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206E-E775-B06D-1081-521BBA4DAA3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58261" y="3668988"/>
            <a:ext cx="9268496" cy="50544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9694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2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6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8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81769E-8629-0F4B-0B6B-D1686F6B3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1" b="62174"/>
          <a:stretch/>
        </p:blipFill>
        <p:spPr>
          <a:xfrm>
            <a:off x="9084364" y="0"/>
            <a:ext cx="3107635" cy="2594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6C9F3-3006-BEC2-4DC4-CB2A0653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8CBF-1357-E9F7-F8E6-2D871FF0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6DCCDDD-A95F-18AC-9227-ECD82833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03299"/>
            <a:ext cx="1358188" cy="10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C16-E1A2-835E-18E5-C7BEADDE4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8D0A-600B-EAC7-03B2-ACB47F15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82D6F0-043E-D7DB-AAB7-2FD731577A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038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8B98-A174-10B5-38F6-F65B541E1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4E9EE-8671-B790-4D3F-42AA3D1C46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B00A-13BA-20C9-1258-6DBFA910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307B-20B1-BA04-621D-AF3F251047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57CA0-0627-2AF4-9C3C-FF397B4B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0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782B-6B0C-EB64-57F4-76E99D6F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F0-FAB8-9EFE-9427-F68C273C8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30B6-07AA-E9A1-042B-32C822632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86B5-C90A-C95D-8A2E-59C9E2B0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83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13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529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6BC1-CF22-5BE9-137F-0D85B58D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B34DA-3056-7611-AB89-AF390D8B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44D-66F9-D2C9-082D-1ED8C42E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5B82-1196-226A-EA21-87ED5B0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E885-570F-6D78-09DD-01B16ACA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06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8FF740-BB5B-6911-9E9A-A4ECDBB7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39" y="208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BFE5-E258-E679-8FAF-6503933A0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39410-9EA2-D48C-16C0-51585EC2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314D3D2-1359-FC18-7159-E3DD5D72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B978EF-0A52-B08F-FEE7-2CB0E92A4DBD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38377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0195CA05-9EDA-FCED-1AAA-5CF9BB38E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89"/>
          <a:stretch/>
        </p:blipFill>
        <p:spPr>
          <a:xfrm>
            <a:off x="-9939" y="3031435"/>
            <a:ext cx="12192000" cy="3827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B1D3-1F41-6EF2-618F-6A1DF1D6B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FB69-087B-CADB-CBE4-9B4DCD69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A0C67-8E82-81BE-4F9B-2FA20FC9FB40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9563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DBBDC2-0DA9-15F6-1E24-7842F980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C4785-4652-F31E-343E-3A0CE5B1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9499-A0F3-128F-7A39-E1C03D34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E35117C-8210-492A-A944-DEE023A3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7023F3-21B0-2C55-0D80-C25867F3FCE6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681697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CF2DE2-8D93-9BEE-0BBC-105F03F16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"/>
            <a:ext cx="12192000" cy="6858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242CFA-C19D-FAA1-E78A-505B96C5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039" y="27278"/>
            <a:ext cx="6124296" cy="68307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62501E3-348D-B1CF-15D6-4452F84B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4200EE1-4F51-BFE6-97D7-C1C82FA021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5070" y="1117510"/>
            <a:ext cx="4441899" cy="3099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C92E948-7E9E-1AFF-9D1D-B5979D5A094A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E2FAEB-BCDB-02E6-9680-4FC187095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5070" y="4345144"/>
            <a:ext cx="4441899" cy="1290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9119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, blurry, sunset, bright">
            <a:extLst>
              <a:ext uri="{FF2B5EF4-FFF2-40B4-BE49-F238E27FC236}">
                <a16:creationId xmlns:a16="http://schemas.microsoft.com/office/drawing/2014/main" id="{C5BD62C6-0215-12B7-E311-5083F2F1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52C139-43F3-7FFB-5B7D-FB3FF7FA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743" y="1602539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21A8F0-ABDD-32BB-1C9C-F9D60E2C789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88743" y="3860954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6B92D24-D548-ADE5-A383-E4A6C94733E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5289" y="1602539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4AF6A36-C2BF-CD4A-584B-6EB07E3997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72197" y="1594164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EBB7FB-C986-33A3-0779-B5FC9D15A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197" y="998041"/>
            <a:ext cx="4922316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INSERT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76224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38C0-4E5A-9984-8F50-514CDF71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5F-54F1-90FE-2386-5D77321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BF6C-78E0-BEF5-BFBE-0E7BA3AC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6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BFF0-8428-4F8E-0AD8-DD0E82B7D0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0D17C-65BE-1B0E-C638-8A04EF85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391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932-8608-AE2F-8BD6-9D3FECC2E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4824-760E-D2B5-B736-5503631A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51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BF0F-971B-C0C3-19DB-08896951F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EBC5-E8ED-86D7-08A0-8AF48A342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893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84D-0FB2-C197-88C9-5736CA8E1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963A02F-B50F-80F5-1418-66E9C82417E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9788" y="1838325"/>
            <a:ext cx="5157787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6D7F02-580D-2D6E-8835-BE050006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427" y="1838325"/>
            <a:ext cx="5157787" cy="435133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2032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E10D8A-2F73-55E7-50D2-A585EC557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609"/>
          <a:stretch/>
        </p:blipFill>
        <p:spPr>
          <a:xfrm>
            <a:off x="-9939" y="20847"/>
            <a:ext cx="12192000" cy="4004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4BF01D-3A07-1C85-2C7A-7363C19EC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551-E5AA-A607-C758-5154B6CB0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7D44-4190-CA88-33BE-73770CFC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CA83-67DE-557C-AAE6-726AE13C6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BC4D7C-3CEB-E837-2CE6-EE8737B5C2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4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813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F934EA3F-0F55-DDAB-FE47-04E5768EB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5384981-0B70-1E5F-A42A-5C461342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21B85C-F76D-7447-FC47-68C77F467235}"/>
              </a:ext>
            </a:extLst>
          </p:cNvPr>
          <p:cNvSpPr txBox="1">
            <a:spLocks/>
          </p:cNvSpPr>
          <p:nvPr/>
        </p:nvSpPr>
        <p:spPr>
          <a:xfrm>
            <a:off x="1268323" y="2649509"/>
            <a:ext cx="5984343" cy="487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7C0216C-1C24-DF7D-4015-A17600D6A15B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248-D017-EF3C-33D0-AA868CF84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7775" y="3136900"/>
            <a:ext cx="9356725" cy="16732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EA7F7-49EF-05C0-E476-C73C694DF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364442"/>
            <a:ext cx="9356725" cy="1019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Rois Extra" panose="00000605000000000000" pitchFamily="50" charset="0"/>
              </a:defRPr>
            </a:lvl1pPr>
            <a:lvl2pPr>
              <a:defRPr>
                <a:latin typeface="Rois Extra" panose="00000605000000000000" pitchFamily="50" charset="0"/>
              </a:defRPr>
            </a:lvl2pPr>
            <a:lvl3pPr>
              <a:defRPr>
                <a:latin typeface="Rois Extra" panose="00000605000000000000" pitchFamily="50" charset="0"/>
              </a:defRPr>
            </a:lvl3pPr>
            <a:lvl4pPr>
              <a:defRPr>
                <a:latin typeface="Rois Extra" panose="00000605000000000000" pitchFamily="50" charset="0"/>
              </a:defRPr>
            </a:lvl4pPr>
            <a:lvl5pPr>
              <a:defRPr>
                <a:latin typeface="Rois Extra" panose="00000605000000000000" pitchFamily="50" charset="0"/>
              </a:defRPr>
            </a:lvl5pPr>
          </a:lstStyle>
          <a:p>
            <a:pPr lvl="0"/>
            <a:r>
              <a:rPr lang="en-US"/>
              <a:t>Heading Text Here</a:t>
            </a: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A9D36E-1FE7-9D43-85EC-A86B7DE7C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7775" y="2566354"/>
            <a:ext cx="5640042" cy="433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>
                <a:latin typeface="Poppins" pitchFamily="2" charset="77"/>
                <a:cs typeface="Poppins" pitchFamily="2" charset="77"/>
              </a:rPr>
              <a:t>Sub Heading here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7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CB364-04E7-20B8-6329-3394E40C5490}"/>
              </a:ext>
            </a:extLst>
          </p:cNvPr>
          <p:cNvCxnSpPr>
            <a:cxnSpLocks/>
          </p:cNvCxnSpPr>
          <p:nvPr/>
        </p:nvCxnSpPr>
        <p:spPr>
          <a:xfrm>
            <a:off x="4296814" y="2314982"/>
            <a:ext cx="0" cy="29885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2E894B-D06F-927A-C2DD-37F9DBA3509B}"/>
              </a:ext>
            </a:extLst>
          </p:cNvPr>
          <p:cNvCxnSpPr>
            <a:cxnSpLocks/>
          </p:cNvCxnSpPr>
          <p:nvPr/>
        </p:nvCxnSpPr>
        <p:spPr>
          <a:xfrm>
            <a:off x="7964574" y="2314982"/>
            <a:ext cx="0" cy="30494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237C-C4D0-F50C-8DDA-428EC7AF88D9}"/>
              </a:ext>
            </a:extLst>
          </p:cNvPr>
          <p:cNvSpPr txBox="1"/>
          <p:nvPr/>
        </p:nvSpPr>
        <p:spPr>
          <a:xfrm>
            <a:off x="1217523" y="821026"/>
            <a:ext cx="8483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200">
              <a:latin typeface="Rois Extra" panose="00000605000000000000" pitchFamily="50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235393B-7E93-2F24-92BD-29AC0133A8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6320" y="2314982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91D4176-FB76-FFFB-0EEA-081A7B20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320" y="3138894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B5BE2C3-D8F1-E541-6F11-AF5E72EC09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98712" y="2312929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A07E460-3A6B-2F73-661A-CB7A6CEE46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98712" y="3136841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95A73E-9C38-5F50-684E-FAD5440BE8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266471" y="2306216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F138CCB-4A46-8517-5B8F-142C0C5738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66471" y="3130128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2396F8D-F21B-4B8B-8650-DC7F15F121D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9773" y="1129259"/>
            <a:ext cx="9579665" cy="7608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Rois Extra" panose="00000605000000000000" pitchFamily="50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311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2595627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ED703C-4B29-5C5A-919F-F6BBDFBD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</a:t>
            </a:r>
            <a:r>
              <a:rPr lang="en-US">
                <a:solidFill>
                  <a:schemeClr val="bg1"/>
                </a:solidFill>
                <a:latin typeface="Rois Light"/>
              </a:rPr>
              <a:t> UNFORGETTABLE.</a:t>
            </a:r>
          </a:p>
        </p:txBody>
      </p:sp>
    </p:spTree>
    <p:extLst>
      <p:ext uri="{BB962C8B-B14F-4D97-AF65-F5344CB8AC3E}">
        <p14:creationId xmlns:p14="http://schemas.microsoft.com/office/powerpoint/2010/main" val="96320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</a:t>
            </a:r>
            <a:r>
              <a:rPr lang="en-US">
                <a:solidFill>
                  <a:srgbClr val="FF0000"/>
                </a:solidFill>
                <a:latin typeface="Rois Light"/>
              </a:rPr>
              <a:t>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AFAB20C2-FCDF-7689-DBE7-291115237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11" t="19314" r="22592" b="37621"/>
          <a:stretch/>
        </p:blipFill>
        <p:spPr>
          <a:xfrm>
            <a:off x="8607972" y="0"/>
            <a:ext cx="3584028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97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850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BD74-8B80-F0A1-C147-4942066133B6}"/>
              </a:ext>
            </a:extLst>
          </p:cNvPr>
          <p:cNvSpPr txBox="1">
            <a:spLocks/>
          </p:cNvSpPr>
          <p:nvPr/>
        </p:nvSpPr>
        <p:spPr>
          <a:xfrm>
            <a:off x="926183" y="2492792"/>
            <a:ext cx="7152640" cy="1731825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kern="1200" spc="-300">
                <a:solidFill>
                  <a:srgbClr val="FFF6DD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GB" sz="115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11500">
              <a:solidFill>
                <a:srgbClr val="EE3122"/>
              </a:solidFill>
              <a:latin typeface="Rois Light" pitchFamily="2" charset="77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0275-F5FF-DB35-6208-763BBEC0F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195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1618B1-3038-086A-ECB0-D88157DE0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F05017-D11E-476B-DCEE-FF4193F20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656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PRESENTED BY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6DD1A5E-0FF9-0B4F-F644-AB0FDA95F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0105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 b="0"/>
              <a:t>First Name Last Name</a:t>
            </a:r>
          </a:p>
          <a:p>
            <a:pPr lvl="0"/>
            <a:r>
              <a:rPr lang="en-AU" b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91246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37F196-FA34-B26D-AE40-1E1C67EC4F4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39420"/>
          <a:stretch/>
        </p:blipFill>
        <p:spPr>
          <a:xfrm>
            <a:off x="0" y="2693503"/>
            <a:ext cx="12192000" cy="4154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339-99DE-415E-07C7-C5BFCEAB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6662-3442-99E0-C4C8-FADE9B76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53E944-7AB8-AA61-2FB6-D86E132CA795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386387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3123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D21E4968-1681-22E8-43D5-FAD99EEE5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58DFA-F3DE-3BDA-A1E3-E1A0BD55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D500-F055-FC3C-EEEF-C2CD5400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58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1DDC-B2CB-7EF2-8191-FD8A8E0D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2062692"/>
            <a:ext cx="9269896" cy="1006475"/>
          </a:xfrm>
        </p:spPr>
        <p:txBody>
          <a:bodyPr>
            <a:normAutofit/>
          </a:bodyPr>
          <a:lstStyle/>
          <a:p>
            <a:r>
              <a:rPr lang="en-AU">
                <a:latin typeface="Rois Extra"/>
                <a:cs typeface="Poppins"/>
              </a:rPr>
              <a:t>Supercars Systems Report 2026</a:t>
            </a:r>
            <a:endParaRPr lang="en-AU" dirty="0">
              <a:latin typeface="Rois Extra"/>
              <a:cs typeface="Poppin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0E885-E10D-B60F-AF42-AC4A3FA1C97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58261" y="3859488"/>
            <a:ext cx="9268496" cy="505446"/>
          </a:xfrm>
        </p:spPr>
        <p:txBody>
          <a:bodyPr>
            <a:noAutofit/>
          </a:bodyPr>
          <a:lstStyle/>
          <a:p>
            <a:r>
              <a:rPr lang="en-AU" sz="1200"/>
              <a:t>Sessions:</a:t>
            </a:r>
          </a:p>
          <a:p>
            <a:r>
              <a:rPr lang="en-AU" sz="1200"/>
              <a:t>	</a:t>
            </a:r>
          </a:p>
          <a:p>
            <a:endParaRPr lang="en-AU" sz="1200"/>
          </a:p>
          <a:p>
            <a:r>
              <a:rPr lang="en-AU" sz="1200"/>
              <a:t>Teams:</a:t>
            </a:r>
          </a:p>
          <a:p>
            <a:r>
              <a:rPr lang="en-AU" sz="1200"/>
              <a:t>	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39206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06B2E9-AC6D-A7E7-C522-90E71CAA1515}"/>
              </a:ext>
            </a:extLst>
          </p:cNvPr>
          <p:cNvSpPr txBox="1"/>
          <p:nvPr/>
        </p:nvSpPr>
        <p:spPr>
          <a:xfrm>
            <a:off x="254000" y="1524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b="1">
                <a:solidFill>
                  <a:srgbClr val="000000"/>
                </a:solidFill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AA7E0D-F405-099B-6DC0-83DD15268105}"/>
              </a:ext>
            </a:extLst>
          </p:cNvPr>
          <p:cNvSpPr txBox="1"/>
          <p:nvPr/>
        </p:nvSpPr>
        <p:spPr>
          <a:xfrm>
            <a:off x="254000" y="6096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#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17ED8-02E6-B64B-5521-660C071786C2}"/>
              </a:ext>
            </a:extLst>
          </p:cNvPr>
          <p:cNvSpPr txBox="1"/>
          <p:nvPr/>
        </p:nvSpPr>
        <p:spPr>
          <a:xfrm>
            <a:off x="635000" y="6096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57843E-BE52-77D0-0E60-F53CB227C097}"/>
              </a:ext>
            </a:extLst>
          </p:cNvPr>
          <p:cNvSpPr txBox="1"/>
          <p:nvPr/>
        </p:nvSpPr>
        <p:spPr>
          <a:xfrm>
            <a:off x="1905000" y="6096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Math 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AB791-8EA7-7F33-E015-5E0680E69D61}"/>
              </a:ext>
            </a:extLst>
          </p:cNvPr>
          <p:cNvSpPr txBox="1"/>
          <p:nvPr/>
        </p:nvSpPr>
        <p:spPr>
          <a:xfrm>
            <a:off x="2984500" y="6096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Plot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1ECE6-1CF0-3BEE-7771-AD20116A3832}"/>
              </a:ext>
            </a:extLst>
          </p:cNvPr>
          <p:cNvSpPr txBox="1"/>
          <p:nvPr/>
        </p:nvSpPr>
        <p:spPr>
          <a:xfrm>
            <a:off x="3873500" y="6096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Colours</a:t>
            </a:r>
          </a:p>
        </p:txBody>
      </p:sp>
    </p:spTree>
    <p:extLst>
      <p:ext uri="{BB962C8B-B14F-4D97-AF65-F5344CB8AC3E}">
        <p14:creationId xmlns:p14="http://schemas.microsoft.com/office/powerpoint/2010/main" val="2552157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0A690-A4A4-D27D-79CB-EFA3928F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1952684"/>
      </p:ext>
    </p:extLst>
  </p:cSld>
  <p:clrMapOvr>
    <a:masterClrMapping/>
  </p:clrMapOvr>
</p:sld>
</file>

<file path=ppt/theme/theme1.xml><?xml version="1.0" encoding="utf-8"?>
<a:theme xmlns:a="http://schemas.openxmlformats.org/drawingml/2006/main" name="Supercars Unforget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cars Unforgettable" id="{98475B74-64EF-42D5-842A-223577BC6D0B}" vid="{86514D24-3503-4961-9B5A-B45924C1C1B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f92b3c-02fe-4195-9893-2123a71269a1" xsi:nil="true"/>
    <lcf76f155ced4ddcb4097134ff3c332f xmlns="12ad00ac-4c42-47ce-ab86-061431276c9a">
      <Terms xmlns="http://schemas.microsoft.com/office/infopath/2007/PartnerControls"/>
    </lcf76f155ced4ddcb4097134ff3c332f>
    <SharedWithUsers xmlns="e8f92b3c-02fe-4195-9893-2123a71269a1">
      <UserInfo>
        <DisplayName>Elise Simons</DisplayName>
        <AccountId>2187</AccountId>
        <AccountType/>
      </UserInfo>
      <UserInfo>
        <DisplayName>Suzanne Hilellis</DisplayName>
        <AccountId>2139</AccountId>
        <AccountType/>
      </UserInfo>
      <UserInfo>
        <DisplayName>Nathan Prendergast</DisplayName>
        <AccountId>336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852EB101D6419A8BDBCDB4CE0400" ma:contentTypeVersion="17" ma:contentTypeDescription="Create a new document." ma:contentTypeScope="" ma:versionID="8250657a4cd7efa9ff73b9a3681665e9">
  <xsd:schema xmlns:xsd="http://www.w3.org/2001/XMLSchema" xmlns:xs="http://www.w3.org/2001/XMLSchema" xmlns:p="http://schemas.microsoft.com/office/2006/metadata/properties" xmlns:ns2="12ad00ac-4c42-47ce-ab86-061431276c9a" xmlns:ns3="e8f92b3c-02fe-4195-9893-2123a71269a1" targetNamespace="http://schemas.microsoft.com/office/2006/metadata/properties" ma:root="true" ma:fieldsID="d056a4a66f5dbe85c6be0e29e8eb8e77" ns2:_="" ns3:_="">
    <xsd:import namespace="12ad00ac-4c42-47ce-ab86-061431276c9a"/>
    <xsd:import namespace="e8f92b3c-02fe-4195-9893-2123a7126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d00ac-4c42-47ce-ab86-061431276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e584af-22ef-4099-b655-81a298e54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2b3c-02fe-4195-9893-2123a7126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4740f1-f525-4895-8e3e-01adf998a032}" ma:internalName="TaxCatchAll" ma:showField="CatchAllData" ma:web="e8f92b3c-02fe-4195-9893-2123a7126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FD88B2-A926-40A3-B6D1-01D8221CD5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30F198-499F-49E4-82B2-06F567469CD1}">
  <ds:schemaRefs>
    <ds:schemaRef ds:uri="12ad00ac-4c42-47ce-ab86-061431276c9a"/>
    <ds:schemaRef ds:uri="e8f92b3c-02fe-4195-9893-2123a71269a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3C5DB41-0850-43E5-9F35-58B8E3D5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ad00ac-4c42-47ce-ab86-061431276c9a"/>
    <ds:schemaRef ds:uri="e8f92b3c-02fe-4195-9893-2123a7126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Supercars Unforgettable</Template>
  <TotalTime>7</TotalTime>
  <Words>18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Arial</vt:lpstr>
      <vt:lpstr>Courier New</vt:lpstr>
      <vt:lpstr>Poppins</vt:lpstr>
      <vt:lpstr>Poppins SemiBold</vt:lpstr>
      <vt:lpstr>Rois Extra</vt:lpstr>
      <vt:lpstr>Rois Light</vt:lpstr>
      <vt:lpstr>Wingdings</vt:lpstr>
      <vt:lpstr>Supercars Unforgettable</vt:lpstr>
      <vt:lpstr>Custom Design</vt:lpstr>
      <vt:lpstr>1_Custom Design</vt:lpstr>
      <vt:lpstr>Supercars Systems Report 2026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Hilellis</dc:creator>
  <cp:lastModifiedBy>Lachlan Holliday</cp:lastModifiedBy>
  <cp:revision>167</cp:revision>
  <dcterms:created xsi:type="dcterms:W3CDTF">2023-05-18T00:57:38Z</dcterms:created>
  <dcterms:modified xsi:type="dcterms:W3CDTF">2026-04-28T05:00:04Z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0x010100F7A2852EB101D6419A8BDBCDB4CE0400</vt:lpwstr>
  </property>
  <property fmtid="{D5CDD505-2E9C-101B-9397-08002B2CF9AE}" pid="3" name="MediaServiceImageTags">
    <vt:lpwstr/>
  </property>
</Properties>
</file>