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8"/>
    <p:sldId id="257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slide" Target="slide15.xml"/><Relationship Id="rId3" Type="http://schemas.openxmlformats.org/officeDocument/2006/relationships/slide" Target="slide5.xml"/><Relationship Id="rId7" Type="http://schemas.openxmlformats.org/officeDocument/2006/relationships/slide" Target="slide9.xml"/><Relationship Id="rId12" Type="http://schemas.openxmlformats.org/officeDocument/2006/relationships/slide" Target="slide14.xml"/><Relationship Id="rId17" Type="http://schemas.openxmlformats.org/officeDocument/2006/relationships/slide" Target="slide19.xml"/><Relationship Id="rId2" Type="http://schemas.openxmlformats.org/officeDocument/2006/relationships/slide" Target="slide4.xml"/><Relationship Id="rId16" Type="http://schemas.openxmlformats.org/officeDocument/2006/relationships/slide" Target="slide18.xml"/><Relationship Id="rId1" Type="http://schemas.openxmlformats.org/officeDocument/2006/relationships/slideLayout" Target="../slideLayouts/slideLayout9.xml"/><Relationship Id="rId6" Type="http://schemas.openxmlformats.org/officeDocument/2006/relationships/slide" Target="slide8.xml"/><Relationship Id="rId11" Type="http://schemas.openxmlformats.org/officeDocument/2006/relationships/slide" Target="slide13.xml"/><Relationship Id="rId5" Type="http://schemas.openxmlformats.org/officeDocument/2006/relationships/slide" Target="slide7.xml"/><Relationship Id="rId15" Type="http://schemas.openxmlformats.org/officeDocument/2006/relationships/slide" Target="slide17.xml"/><Relationship Id="rId10" Type="http://schemas.openxmlformats.org/officeDocument/2006/relationships/slide" Target="slide12.xml"/><Relationship Id="rId4" Type="http://schemas.openxmlformats.org/officeDocument/2006/relationships/slide" Target="slide6.xml"/><Relationship Id="rId9" Type="http://schemas.openxmlformats.org/officeDocument/2006/relationships/slide" Target="slide11.xml"/><Relationship Id="rId14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>
                <a:latin typeface="Rois Extra"/>
                <a:cs typeface="Poppins"/>
              </a:rPr>
              <a:t>Supercars Systems Report 2026</a:t>
            </a:r>
            <a:endParaRPr lang="en-AU" dirty="0">
              <a:latin typeface="Rois Extra"/>
              <a:cs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>
            <a:noAutofit/>
          </a:bodyPr>
          <a:lstStyle/>
          <a:p>
            <a:r>
              <a:rPr lang="en-AU" sz="1200"/>
              <a:t>Sessions:</a:t>
            </a:r>
          </a:p>
          <a:p>
            <a:r>
              <a:rPr lang="en-AU" sz="1200"/>
              <a:t>	R13</a:t>
            </a:r>
          </a:p>
          <a:p>
            <a:endParaRPr lang="en-AU" sz="1200"/>
          </a:p>
          <a:p>
            <a:r>
              <a:rPr lang="en-AU" sz="1200"/>
              <a:t>Teams:</a:t>
            </a:r>
          </a:p>
          <a:p>
            <a:r>
              <a:rPr lang="en-AU" sz="1200"/>
              <a:t>	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90A36F-CF75-398E-B940-5FE644085E2D}"/>
              </a:ext>
            </a:extLst>
          </p:cNvPr>
          <p:cNvSpPr txBox="1"/>
          <p:nvPr/>
        </p:nvSpPr>
        <p:spPr>
          <a:xfrm>
            <a:off x="254000" y="1524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b="1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D05DB-E321-69A7-6A7A-6A475A298095}"/>
              </a:ext>
            </a:extLst>
          </p:cNvPr>
          <p:cNvSpPr txBox="1"/>
          <p:nvPr/>
        </p:nvSpPr>
        <p:spPr>
          <a:xfrm>
            <a:off x="254000" y="609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18B78-56B8-07B3-AF9F-CD327D7392AB}"/>
              </a:ext>
            </a:extLst>
          </p:cNvPr>
          <p:cNvSpPr txBox="1"/>
          <p:nvPr/>
        </p:nvSpPr>
        <p:spPr>
          <a:xfrm>
            <a:off x="635000" y="6096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3D66C-CBA1-D544-A117-F2CEC8D7C39D}"/>
              </a:ext>
            </a:extLst>
          </p:cNvPr>
          <p:cNvSpPr txBox="1"/>
          <p:nvPr/>
        </p:nvSpPr>
        <p:spPr>
          <a:xfrm>
            <a:off x="1905000" y="6096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4D1AE0-ED18-AE75-A059-F3979A8C5480}"/>
              </a:ext>
            </a:extLst>
          </p:cNvPr>
          <p:cNvSpPr txBox="1"/>
          <p:nvPr/>
        </p:nvSpPr>
        <p:spPr>
          <a:xfrm>
            <a:off x="2984500" y="609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3721E-670F-19DC-2CA3-BC0CD7E64E49}"/>
              </a:ext>
            </a:extLst>
          </p:cNvPr>
          <p:cNvSpPr txBox="1"/>
          <p:nvPr/>
        </p:nvSpPr>
        <p:spPr>
          <a:xfrm>
            <a:off x="3873500" y="609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Colours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7E391-9DF0-286C-FB32-EEB814E1418F}"/>
              </a:ext>
            </a:extLst>
          </p:cNvPr>
          <p:cNvSpPr txBox="1"/>
          <p:nvPr/>
        </p:nvSpPr>
        <p:spPr>
          <a:xfrm>
            <a:off x="254000" y="8128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E0366-4E88-CCCC-C39C-E75B2E0FE8E2}"/>
              </a:ext>
            </a:extLst>
          </p:cNvPr>
          <p:cNvSpPr txBox="1"/>
          <p:nvPr/>
        </p:nvSpPr>
        <p:spPr>
          <a:xfrm>
            <a:off x="635000" y="8128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000000"/>
                </a:solidFill>
                <a:hlinkClick r:id="rId2" action="ppaction://hlinksldjump"/>
              </a:rPr>
              <a:t>Three Ford Fastest Lap Compare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F90C77-7387-2B9D-BC61-670BE336A6CB}"/>
              </a:ext>
            </a:extLst>
          </p:cNvPr>
          <p:cNvSpPr txBox="1"/>
          <p:nvPr/>
        </p:nvSpPr>
        <p:spPr>
          <a:xfrm>
            <a:off x="1905000" y="8128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D66079-FAE5-8A70-DAC6-F628D21F8B31}"/>
              </a:ext>
            </a:extLst>
          </p:cNvPr>
          <p:cNvSpPr txBox="1"/>
          <p:nvPr/>
        </p:nvSpPr>
        <p:spPr>
          <a:xfrm>
            <a:off x="2984500" y="8128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timeseries_align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B0A0DD-6E73-FDB9-F4EB-8A4FD13FC1FD}"/>
              </a:ext>
            </a:extLst>
          </p:cNvPr>
          <p:cNvSpPr txBox="1"/>
          <p:nvPr/>
        </p:nvSpPr>
        <p:spPr>
          <a:xfrm>
            <a:off x="3873500" y="8128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0C137-093B-C5BF-0AE7-071D2F8DD384}"/>
              </a:ext>
            </a:extLst>
          </p:cNvPr>
          <p:cNvSpPr txBox="1"/>
          <p:nvPr/>
        </p:nvSpPr>
        <p:spPr>
          <a:xfrm>
            <a:off x="254000" y="10160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3B3567-C410-CA5C-9398-72A5632FA782}"/>
              </a:ext>
            </a:extLst>
          </p:cNvPr>
          <p:cNvSpPr txBox="1"/>
          <p:nvPr/>
        </p:nvSpPr>
        <p:spPr>
          <a:xfrm>
            <a:off x="635000" y="10160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000000"/>
                </a:solidFill>
                <a:hlinkClick r:id="rId3" action="ppaction://hlinksldjump"/>
              </a:rPr>
              <a:t>Three Toyota Fastest Lap Compare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D12D1C-F26D-EAD1-BD9C-E57ACA440F66}"/>
              </a:ext>
            </a:extLst>
          </p:cNvPr>
          <p:cNvSpPr txBox="1"/>
          <p:nvPr/>
        </p:nvSpPr>
        <p:spPr>
          <a:xfrm>
            <a:off x="1905000" y="1016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9C2D06-B795-5B90-5260-4516C4E3012C}"/>
              </a:ext>
            </a:extLst>
          </p:cNvPr>
          <p:cNvSpPr txBox="1"/>
          <p:nvPr/>
        </p:nvSpPr>
        <p:spPr>
          <a:xfrm>
            <a:off x="2984500" y="10160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timeseries_align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7E8F2E-350E-969C-38EB-16233334A1A1}"/>
              </a:ext>
            </a:extLst>
          </p:cNvPr>
          <p:cNvSpPr txBox="1"/>
          <p:nvPr/>
        </p:nvSpPr>
        <p:spPr>
          <a:xfrm>
            <a:off x="3873500" y="10160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0235F4-A34F-ACAD-8F54-6648A4E68ED9}"/>
              </a:ext>
            </a:extLst>
          </p:cNvPr>
          <p:cNvSpPr txBox="1"/>
          <p:nvPr/>
        </p:nvSpPr>
        <p:spPr>
          <a:xfrm>
            <a:off x="254000" y="12192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8E63D6-2090-66ED-CCBF-088C3A059E35}"/>
              </a:ext>
            </a:extLst>
          </p:cNvPr>
          <p:cNvSpPr txBox="1"/>
          <p:nvPr/>
        </p:nvSpPr>
        <p:spPr>
          <a:xfrm>
            <a:off x="635000" y="1219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4" action="ppaction://hlinksldjump"/>
              </a:rPr>
              <a:t>Three Chevrolet Fastest Lap Compare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8D63A4-0512-55AE-F380-147E27376A3F}"/>
              </a:ext>
            </a:extLst>
          </p:cNvPr>
          <p:cNvSpPr txBox="1"/>
          <p:nvPr/>
        </p:nvSpPr>
        <p:spPr>
          <a:xfrm>
            <a:off x="1905000" y="12192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062BB9-0C4A-59EF-4AA1-382A9BD20CEC}"/>
              </a:ext>
            </a:extLst>
          </p:cNvPr>
          <p:cNvSpPr txBox="1"/>
          <p:nvPr/>
        </p:nvSpPr>
        <p:spPr>
          <a:xfrm>
            <a:off x="2984500" y="12192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timeseries_align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95D62E-54E7-5536-1E31-A46AB97A58AF}"/>
              </a:ext>
            </a:extLst>
          </p:cNvPr>
          <p:cNvSpPr txBox="1"/>
          <p:nvPr/>
        </p:nvSpPr>
        <p:spPr>
          <a:xfrm>
            <a:off x="3873500" y="12192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C6F211-E36F-A07C-C51D-16C92DC7320F}"/>
              </a:ext>
            </a:extLst>
          </p:cNvPr>
          <p:cNvSpPr txBox="1"/>
          <p:nvPr/>
        </p:nvSpPr>
        <p:spPr>
          <a:xfrm>
            <a:off x="254000" y="14224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309227-5913-777F-17F8-6FB6861BBE43}"/>
              </a:ext>
            </a:extLst>
          </p:cNvPr>
          <p:cNvSpPr txBox="1"/>
          <p:nvPr/>
        </p:nvSpPr>
        <p:spPr>
          <a:xfrm>
            <a:off x="635000" y="14224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5" action="ppaction://hlinksldjump"/>
              </a:rPr>
              <a:t>Tyre Temperature Sensitivity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1FC513-C996-55FA-E0F3-087F977B41CD}"/>
              </a:ext>
            </a:extLst>
          </p:cNvPr>
          <p:cNvSpPr txBox="1"/>
          <p:nvPr/>
        </p:nvSpPr>
        <p:spPr>
          <a:xfrm>
            <a:off x="1905000" y="1422400"/>
            <a:ext cx="76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AE9A5-4FE0-7206-5778-B050C9085195}"/>
              </a:ext>
            </a:extLst>
          </p:cNvPr>
          <p:cNvSpPr txBox="1"/>
          <p:nvPr/>
        </p:nvSpPr>
        <p:spPr>
          <a:xfrm>
            <a:off x="2984500" y="14224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73C5DB-BDF6-25F6-C9A0-4204272FD478}"/>
              </a:ext>
            </a:extLst>
          </p:cNvPr>
          <p:cNvSpPr txBox="1"/>
          <p:nvPr/>
        </p:nvSpPr>
        <p:spPr>
          <a:xfrm>
            <a:off x="3873500" y="14224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6DAE4E-BC6E-C902-5AC5-C6683242F3C0}"/>
              </a:ext>
            </a:extLst>
          </p:cNvPr>
          <p:cNvSpPr txBox="1"/>
          <p:nvPr/>
        </p:nvSpPr>
        <p:spPr>
          <a:xfrm>
            <a:off x="254000" y="1625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CDD2AF-BE4B-CA12-705F-D9CE3F7FD652}"/>
              </a:ext>
            </a:extLst>
          </p:cNvPr>
          <p:cNvSpPr txBox="1"/>
          <p:nvPr/>
        </p:nvSpPr>
        <p:spPr>
          <a:xfrm>
            <a:off x="635000" y="16256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6" action="ppaction://hlinksldjump"/>
              </a:rPr>
              <a:t>Tyre Pressure Sensitivity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CCA4CC-4E1F-B4B8-9735-D811772C71AA}"/>
              </a:ext>
            </a:extLst>
          </p:cNvPr>
          <p:cNvSpPr txBox="1"/>
          <p:nvPr/>
        </p:nvSpPr>
        <p:spPr>
          <a:xfrm>
            <a:off x="1905000" y="1625600"/>
            <a:ext cx="76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5751D6-F943-C861-E676-C0211A3178FB}"/>
              </a:ext>
            </a:extLst>
          </p:cNvPr>
          <p:cNvSpPr txBox="1"/>
          <p:nvPr/>
        </p:nvSpPr>
        <p:spPr>
          <a:xfrm>
            <a:off x="2984500" y="1625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25421B-2FDF-C58B-9903-213920F65A9D}"/>
              </a:ext>
            </a:extLst>
          </p:cNvPr>
          <p:cNvSpPr txBox="1"/>
          <p:nvPr/>
        </p:nvSpPr>
        <p:spPr>
          <a:xfrm>
            <a:off x="3873500" y="1625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C44E5A-10E5-47D1-C275-B8BDCC0D3BBC}"/>
              </a:ext>
            </a:extLst>
          </p:cNvPr>
          <p:cNvSpPr txBox="1"/>
          <p:nvPr/>
        </p:nvSpPr>
        <p:spPr>
          <a:xfrm>
            <a:off x="254000" y="18288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73D738-D7E7-9B94-4817-9756E283BF06}"/>
              </a:ext>
            </a:extLst>
          </p:cNvPr>
          <p:cNvSpPr txBox="1"/>
          <p:nvPr/>
        </p:nvSpPr>
        <p:spPr>
          <a:xfrm>
            <a:off x="635000" y="18288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7" action="ppaction://hlinksldjump"/>
              </a:rPr>
              <a:t>Tyre Locking Timer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6A8F8B-5CE5-414E-DF4B-2DDA79C3731F}"/>
              </a:ext>
            </a:extLst>
          </p:cNvPr>
          <p:cNvSpPr txBox="1"/>
          <p:nvPr/>
        </p:nvSpPr>
        <p:spPr>
          <a:xfrm>
            <a:off x="1905000" y="18288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mean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179D1A-804D-4C0C-D008-EED467C216C1}"/>
              </a:ext>
            </a:extLst>
          </p:cNvPr>
          <p:cNvSpPr txBox="1"/>
          <p:nvPr/>
        </p:nvSpPr>
        <p:spPr>
          <a:xfrm>
            <a:off x="2984500" y="18288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E4FE66-3BEC-BEAE-A86D-506158696E0B}"/>
              </a:ext>
            </a:extLst>
          </p:cNvPr>
          <p:cNvSpPr txBox="1"/>
          <p:nvPr/>
        </p:nvSpPr>
        <p:spPr>
          <a:xfrm>
            <a:off x="3873500" y="18288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AC215C-1813-3975-E48A-DB2B3EB9B216}"/>
              </a:ext>
            </a:extLst>
          </p:cNvPr>
          <p:cNvSpPr txBox="1"/>
          <p:nvPr/>
        </p:nvSpPr>
        <p:spPr>
          <a:xfrm>
            <a:off x="254000" y="20320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EE6E30-8FDD-6981-789C-0B50BB6B50CD}"/>
              </a:ext>
            </a:extLst>
          </p:cNvPr>
          <p:cNvSpPr txBox="1"/>
          <p:nvPr/>
        </p:nvSpPr>
        <p:spPr>
          <a:xfrm>
            <a:off x="635000" y="20320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8" action="ppaction://hlinksldjump"/>
              </a:rPr>
              <a:t>Wheel Slip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4AFFE4-CCB0-1002-A11D-0406A7ED52B0}"/>
              </a:ext>
            </a:extLst>
          </p:cNvPr>
          <p:cNvSpPr txBox="1"/>
          <p:nvPr/>
        </p:nvSpPr>
        <p:spPr>
          <a:xfrm>
            <a:off x="1905000" y="2032000"/>
            <a:ext cx="76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444419-9991-E712-EC68-444572E94381}"/>
              </a:ext>
            </a:extLst>
          </p:cNvPr>
          <p:cNvSpPr txBox="1"/>
          <p:nvPr/>
        </p:nvSpPr>
        <p:spPr>
          <a:xfrm>
            <a:off x="2984500" y="20320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10EAB2-40CE-7489-C941-25E5CC24883B}"/>
              </a:ext>
            </a:extLst>
          </p:cNvPr>
          <p:cNvSpPr txBox="1"/>
          <p:nvPr/>
        </p:nvSpPr>
        <p:spPr>
          <a:xfrm>
            <a:off x="3873500" y="20320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3F1C34-D727-5C1C-7835-254B129861D9}"/>
              </a:ext>
            </a:extLst>
          </p:cNvPr>
          <p:cNvSpPr txBox="1"/>
          <p:nvPr/>
        </p:nvSpPr>
        <p:spPr>
          <a:xfrm>
            <a:off x="254000" y="22352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463974-87A7-30B2-218C-6B6E25368E17}"/>
              </a:ext>
            </a:extLst>
          </p:cNvPr>
          <p:cNvSpPr txBox="1"/>
          <p:nvPr/>
        </p:nvSpPr>
        <p:spPr>
          <a:xfrm>
            <a:off x="635000" y="22352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9" action="ppaction://hlinksldjump"/>
              </a:rPr>
              <a:t>Wheel Speed Compare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ECEF53-C87F-42CD-17F1-172598FBD603}"/>
              </a:ext>
            </a:extLst>
          </p:cNvPr>
          <p:cNvSpPr txBox="1"/>
          <p:nvPr/>
        </p:nvSpPr>
        <p:spPr>
          <a:xfrm>
            <a:off x="1905000" y="22352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AE41C5-0B7D-1EBA-0FE7-6F16973B276E}"/>
              </a:ext>
            </a:extLst>
          </p:cNvPr>
          <p:cNvSpPr txBox="1"/>
          <p:nvPr/>
        </p:nvSpPr>
        <p:spPr>
          <a:xfrm>
            <a:off x="2984500" y="22352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timeseries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4A4354-E38F-1BC1-25B6-B62B333E9DEB}"/>
              </a:ext>
            </a:extLst>
          </p:cNvPr>
          <p:cNvSpPr txBox="1"/>
          <p:nvPr/>
        </p:nvSpPr>
        <p:spPr>
          <a:xfrm>
            <a:off x="3873500" y="22352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386368-C9C4-F6CE-8BA5-2F3C4139D7E9}"/>
              </a:ext>
            </a:extLst>
          </p:cNvPr>
          <p:cNvSpPr txBox="1"/>
          <p:nvPr/>
        </p:nvSpPr>
        <p:spPr>
          <a:xfrm>
            <a:off x="254000" y="24384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147BE2-B453-7167-0985-863B20100CB0}"/>
              </a:ext>
            </a:extLst>
          </p:cNvPr>
          <p:cNvSpPr txBox="1"/>
          <p:nvPr/>
        </p:nvSpPr>
        <p:spPr>
          <a:xfrm>
            <a:off x="635000" y="24384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10" action="ppaction://hlinksldjump"/>
              </a:rPr>
              <a:t>Fuel Consumption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B1CBA5-EF5B-5B74-65F4-47F0A06EDEDB}"/>
              </a:ext>
            </a:extLst>
          </p:cNvPr>
          <p:cNvSpPr txBox="1"/>
          <p:nvPr/>
        </p:nvSpPr>
        <p:spPr>
          <a:xfrm>
            <a:off x="1905000" y="24384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02C042-6EE8-54F6-2297-28AB73258CF3}"/>
              </a:ext>
            </a:extLst>
          </p:cNvPr>
          <p:cNvSpPr txBox="1"/>
          <p:nvPr/>
        </p:nvSpPr>
        <p:spPr>
          <a:xfrm>
            <a:off x="2984500" y="24384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80B588-4F39-EC9F-8ED9-4321A78A69A4}"/>
              </a:ext>
            </a:extLst>
          </p:cNvPr>
          <p:cNvSpPr txBox="1"/>
          <p:nvPr/>
        </p:nvSpPr>
        <p:spPr>
          <a:xfrm>
            <a:off x="3873500" y="24384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5E2B7E-DD2F-3104-E533-BFC93B9305F5}"/>
              </a:ext>
            </a:extLst>
          </p:cNvPr>
          <p:cNvSpPr txBox="1"/>
          <p:nvPr/>
        </p:nvSpPr>
        <p:spPr>
          <a:xfrm>
            <a:off x="254000" y="2641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CF14E1-1B1F-77D1-0159-ECA32B786593}"/>
              </a:ext>
            </a:extLst>
          </p:cNvPr>
          <p:cNvSpPr txBox="1"/>
          <p:nvPr/>
        </p:nvSpPr>
        <p:spPr>
          <a:xfrm>
            <a:off x="635000" y="26416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11" action="ppaction://hlinksldjump"/>
              </a:rPr>
              <a:t>Fuel Efficiency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BAC1D8-0878-231C-C768-83A7438834A8}"/>
              </a:ext>
            </a:extLst>
          </p:cNvPr>
          <p:cNvSpPr txBox="1"/>
          <p:nvPr/>
        </p:nvSpPr>
        <p:spPr>
          <a:xfrm>
            <a:off x="1905000" y="26416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B78B48-B9EA-FE0D-9E7A-A54C703EFDBC}"/>
              </a:ext>
            </a:extLst>
          </p:cNvPr>
          <p:cNvSpPr txBox="1"/>
          <p:nvPr/>
        </p:nvSpPr>
        <p:spPr>
          <a:xfrm>
            <a:off x="2984500" y="2641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E08273-BB3E-1AF2-D211-1B081C218636}"/>
              </a:ext>
            </a:extLst>
          </p:cNvPr>
          <p:cNvSpPr txBox="1"/>
          <p:nvPr/>
        </p:nvSpPr>
        <p:spPr>
          <a:xfrm>
            <a:off x="3873500" y="2641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FA49F14-37CF-F732-422F-A37FE0879C54}"/>
              </a:ext>
            </a:extLst>
          </p:cNvPr>
          <p:cNvSpPr txBox="1"/>
          <p:nvPr/>
        </p:nvSpPr>
        <p:spPr>
          <a:xfrm>
            <a:off x="254000" y="28448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7B43A1-362C-F5C4-8CD1-77FF1C688A11}"/>
              </a:ext>
            </a:extLst>
          </p:cNvPr>
          <p:cNvSpPr txBox="1"/>
          <p:nvPr/>
        </p:nvSpPr>
        <p:spPr>
          <a:xfrm>
            <a:off x="635000" y="28448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12" action="ppaction://hlinksldjump"/>
              </a:rPr>
              <a:t>Track GPS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ADC778-9804-B702-C87F-BE02247388CE}"/>
              </a:ext>
            </a:extLst>
          </p:cNvPr>
          <p:cNvSpPr txBox="1"/>
          <p:nvPr/>
        </p:nvSpPr>
        <p:spPr>
          <a:xfrm>
            <a:off x="1905000" y="28448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EBFE01-52CD-0274-CC1B-62EF558BE902}"/>
              </a:ext>
            </a:extLst>
          </p:cNvPr>
          <p:cNvSpPr txBox="1"/>
          <p:nvPr/>
        </p:nvSpPr>
        <p:spPr>
          <a:xfrm>
            <a:off x="2984500" y="28448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scatter_trace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CFCF72-C3BF-5C16-9369-DB23D6AC4129}"/>
              </a:ext>
            </a:extLst>
          </p:cNvPr>
          <p:cNvSpPr txBox="1"/>
          <p:nvPr/>
        </p:nvSpPr>
        <p:spPr>
          <a:xfrm>
            <a:off x="3873500" y="28448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D58285-3F6E-33A8-C802-B42345170596}"/>
              </a:ext>
            </a:extLst>
          </p:cNvPr>
          <p:cNvSpPr txBox="1"/>
          <p:nvPr/>
        </p:nvSpPr>
        <p:spPr>
          <a:xfrm>
            <a:off x="254000" y="30480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F20F17-125D-45C2-061E-D6BA83948509}"/>
              </a:ext>
            </a:extLst>
          </p:cNvPr>
          <p:cNvSpPr txBox="1"/>
          <p:nvPr/>
        </p:nvSpPr>
        <p:spPr>
          <a:xfrm>
            <a:off x="635000" y="30480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13" action="ppaction://hlinksldjump"/>
              </a:rPr>
              <a:t>Track GPS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A08873-2ACC-BBB9-154B-91CAD9296934}"/>
              </a:ext>
            </a:extLst>
          </p:cNvPr>
          <p:cNvSpPr txBox="1"/>
          <p:nvPr/>
        </p:nvSpPr>
        <p:spPr>
          <a:xfrm>
            <a:off x="1905000" y="30480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0218A5-762E-9C60-D403-1D6CEB6A0338}"/>
              </a:ext>
            </a:extLst>
          </p:cNvPr>
          <p:cNvSpPr txBox="1"/>
          <p:nvPr/>
        </p:nvSpPr>
        <p:spPr>
          <a:xfrm>
            <a:off x="2984500" y="30480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scatter_trace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F539C8-D810-1D9B-6BEA-5913A2E854E1}"/>
              </a:ext>
            </a:extLst>
          </p:cNvPr>
          <p:cNvSpPr txBox="1"/>
          <p:nvPr/>
        </p:nvSpPr>
        <p:spPr>
          <a:xfrm>
            <a:off x="3873500" y="30480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4606E9-DE64-F7DA-2BA1-ABC880821EAB}"/>
              </a:ext>
            </a:extLst>
          </p:cNvPr>
          <p:cNvSpPr txBox="1"/>
          <p:nvPr/>
        </p:nvSpPr>
        <p:spPr>
          <a:xfrm>
            <a:off x="254000" y="32512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1247D3-1F8C-4B15-55AA-C9A9B46CE437}"/>
              </a:ext>
            </a:extLst>
          </p:cNvPr>
          <p:cNvSpPr txBox="1"/>
          <p:nvPr/>
        </p:nvSpPr>
        <p:spPr>
          <a:xfrm>
            <a:off x="635000" y="3251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14" action="ppaction://hlinksldjump"/>
              </a:rPr>
              <a:t>Tyre Lateral Acceleration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7B3F8B-7C61-E790-841C-DDFDC60189D1}"/>
              </a:ext>
            </a:extLst>
          </p:cNvPr>
          <p:cNvSpPr txBox="1"/>
          <p:nvPr/>
        </p:nvSpPr>
        <p:spPr>
          <a:xfrm>
            <a:off x="1905000" y="3251200"/>
            <a:ext cx="76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1F9459-7A57-8DAC-885E-8657FC5FB42F}"/>
              </a:ext>
            </a:extLst>
          </p:cNvPr>
          <p:cNvSpPr txBox="1"/>
          <p:nvPr/>
        </p:nvSpPr>
        <p:spPr>
          <a:xfrm>
            <a:off x="2984500" y="32512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9916271-93F3-5482-FFD2-D705DAA15DC7}"/>
              </a:ext>
            </a:extLst>
          </p:cNvPr>
          <p:cNvSpPr txBox="1"/>
          <p:nvPr/>
        </p:nvSpPr>
        <p:spPr>
          <a:xfrm>
            <a:off x="3873500" y="32512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6188A10-F291-9B49-99B5-4569A10845AC}"/>
              </a:ext>
            </a:extLst>
          </p:cNvPr>
          <p:cNvSpPr txBox="1"/>
          <p:nvPr/>
        </p:nvSpPr>
        <p:spPr>
          <a:xfrm>
            <a:off x="254000" y="34544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6ABEE9-92B8-B81C-5F29-F9981F410A83}"/>
              </a:ext>
            </a:extLst>
          </p:cNvPr>
          <p:cNvSpPr txBox="1"/>
          <p:nvPr/>
        </p:nvSpPr>
        <p:spPr>
          <a:xfrm>
            <a:off x="635000" y="34544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15" action="ppaction://hlinksldjump"/>
              </a:rPr>
              <a:t>Tyre Temperature Sensitivity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D4D0CBC-251D-7AB1-4A2E-D271AF669420}"/>
              </a:ext>
            </a:extLst>
          </p:cNvPr>
          <p:cNvSpPr txBox="1"/>
          <p:nvPr/>
        </p:nvSpPr>
        <p:spPr>
          <a:xfrm>
            <a:off x="1905000" y="3454400"/>
            <a:ext cx="76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AE4E22-4D49-7368-C621-C722643EEC7F}"/>
              </a:ext>
            </a:extLst>
          </p:cNvPr>
          <p:cNvSpPr txBox="1"/>
          <p:nvPr/>
        </p:nvSpPr>
        <p:spPr>
          <a:xfrm>
            <a:off x="2984500" y="34544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07DCBFA-5234-2D35-513D-BF5E076EB671}"/>
              </a:ext>
            </a:extLst>
          </p:cNvPr>
          <p:cNvSpPr txBox="1"/>
          <p:nvPr/>
        </p:nvSpPr>
        <p:spPr>
          <a:xfrm>
            <a:off x="3873500" y="34544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A4E16F-C090-1936-AEC4-1936B544A86E}"/>
              </a:ext>
            </a:extLst>
          </p:cNvPr>
          <p:cNvSpPr txBox="1"/>
          <p:nvPr/>
        </p:nvSpPr>
        <p:spPr>
          <a:xfrm>
            <a:off x="254000" y="3657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A915AC2-A328-F310-5D5D-BDE36A299333}"/>
              </a:ext>
            </a:extLst>
          </p:cNvPr>
          <p:cNvSpPr txBox="1"/>
          <p:nvPr/>
        </p:nvSpPr>
        <p:spPr>
          <a:xfrm>
            <a:off x="635000" y="36576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000000"/>
                </a:solidFill>
                <a:hlinkClick r:id="rId16" action="ppaction://hlinksldjump"/>
              </a:rPr>
              <a:t>Three Ford Fastest Lap Compare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32E273-851E-9301-053A-2442EC550D04}"/>
              </a:ext>
            </a:extLst>
          </p:cNvPr>
          <p:cNvSpPr txBox="1"/>
          <p:nvPr/>
        </p:nvSpPr>
        <p:spPr>
          <a:xfrm>
            <a:off x="1905000" y="36576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896AC3-DF47-FA78-E0FD-4E97758F781E}"/>
              </a:ext>
            </a:extLst>
          </p:cNvPr>
          <p:cNvSpPr txBox="1"/>
          <p:nvPr/>
        </p:nvSpPr>
        <p:spPr>
          <a:xfrm>
            <a:off x="2984500" y="3657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scatter_trace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FFABCDE-294D-8E57-49D3-24BD0B72E73D}"/>
              </a:ext>
            </a:extLst>
          </p:cNvPr>
          <p:cNvSpPr txBox="1"/>
          <p:nvPr/>
        </p:nvSpPr>
        <p:spPr>
          <a:xfrm>
            <a:off x="3873500" y="3657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80ECFE-5B69-DCDC-31A0-83DBEA5945D4}"/>
              </a:ext>
            </a:extLst>
          </p:cNvPr>
          <p:cNvSpPr txBox="1"/>
          <p:nvPr/>
        </p:nvSpPr>
        <p:spPr>
          <a:xfrm>
            <a:off x="254000" y="38608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98CF250-12C4-10ED-A8FE-ECFF9FF98261}"/>
              </a:ext>
            </a:extLst>
          </p:cNvPr>
          <p:cNvSpPr txBox="1"/>
          <p:nvPr/>
        </p:nvSpPr>
        <p:spPr>
          <a:xfrm>
            <a:off x="635000" y="38608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  <a:hlinkClick r:id="rId17" action="ppaction://hlinksldjump"/>
              </a:rPr>
              <a:t>Tyre IGL</a:t>
            </a:r>
            <a:endParaRPr lang="en-AU" sz="900">
              <a:solidFill>
                <a:srgbClr val="00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FCE3E7-E828-0470-6270-E21326F1E7EC}"/>
              </a:ext>
            </a:extLst>
          </p:cNvPr>
          <p:cNvSpPr txBox="1"/>
          <p:nvPr/>
        </p:nvSpPr>
        <p:spPr>
          <a:xfrm>
            <a:off x="1905000" y="38608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mean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6A7556-109A-01DF-8780-AD43C93E4D9D}"/>
              </a:ext>
            </a:extLst>
          </p:cNvPr>
          <p:cNvSpPr txBox="1"/>
          <p:nvPr/>
        </p:nvSpPr>
        <p:spPr>
          <a:xfrm>
            <a:off x="2984500" y="38608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sessionlapwise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1089758-40C8-7CE3-53D8-4562ED5743A8}"/>
              </a:ext>
            </a:extLst>
          </p:cNvPr>
          <p:cNvSpPr txBox="1"/>
          <p:nvPr/>
        </p:nvSpPr>
        <p:spPr>
          <a:xfrm>
            <a:off x="3873500" y="38608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>
                <a:solidFill>
                  <a:srgbClr val="000000"/>
                </a:solidFill>
              </a:rPr>
              <a:t>manufacturer</a:t>
            </a:r>
          </a:p>
        </p:txBody>
      </p:sp>
    </p:spTree>
    <p:extLst>
      <p:ext uri="{BB962C8B-B14F-4D97-AF65-F5344CB8AC3E}">
        <p14:creationId xmlns:p14="http://schemas.microsoft.com/office/powerpoint/2010/main" val="319650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851FFC-2400-733C-5E5E-1B56D8AB41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B96865-0F19-F44B-CE0B-E7E145DA2B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59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5BF8D7-E804-99F3-DEFD-40EBF280A2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47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4C7536-9E73-5567-7CE1-29311F42F3B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8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D54DDB-BBB2-4235-CE1E-B787FAFF99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3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2F9EFB-2BA5-E545-A6CA-1EACEC5AD77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0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968818-FA73-C35D-4D7E-6425034430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626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695670-74D4-8D47-2397-1ADA2FD56C6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59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3FC06-D170-849D-779E-21E0204B74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1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3210C-7E7C-6CE0-11D5-726B2D9237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5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9A56CF-575F-2251-5C40-8F05931339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02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4B34A0-C6E7-E1C8-6A3D-6E188A6BF0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34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6197CB-3214-5F4A-D8FA-76834C394B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41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EA41D-7D33-4AC4-0861-FA130A32A23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78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B1AE5-280B-75F8-2375-64AA4111AF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06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46A6B-25DA-F828-7AF5-EFB3C9C968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01798"/>
      </p:ext>
    </p:extLst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155</Words>
  <Application>Microsoft Office PowerPoint</Application>
  <PresentationFormat>Widescreen</PresentationFormat>
  <Paragraphs>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Supercars Systems Report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167</cp:revision>
  <dcterms:created xsi:type="dcterms:W3CDTF">2023-05-18T00:57:38Z</dcterms:created>
  <dcterms:modified xsi:type="dcterms:W3CDTF">2026-04-28T03:48:31Z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