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1200"/>
              <a:t>Sessions:</a:t>
            </a:r>
          </a:p>
          <a:p>
            <a:r>
              <a:rPr lang="en-AU" sz="1200"/>
              <a:t>	F01</a:t>
            </a:r>
          </a:p>
          <a:p>
            <a:endParaRPr lang="en-AU" sz="1200"/>
          </a:p>
          <a:p>
            <a:r>
              <a:rPr lang="en-AU" sz="1200"/>
              <a:t>Teams:</a:t>
            </a:r>
          </a:p>
          <a:p>
            <a:r>
              <a:rPr lang="en-AU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A673FA-7713-6B67-0B6B-F8994CA17F89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839AC-8509-21E4-2A18-25766B77A819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FEF05-2F6C-E258-FCE8-20B343F5DB5F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6EEE1-A0FE-1E44-4653-13C17D65D8DA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C6594-7DB8-F1EC-FA70-E944128A5B29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55600-C28B-7B50-EDC7-0180E93DE4EF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</p:spTree>
    <p:extLst>
      <p:ext uri="{BB962C8B-B14F-4D97-AF65-F5344CB8AC3E}">
        <p14:creationId xmlns:p14="http://schemas.microsoft.com/office/powerpoint/2010/main" val="36477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19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2026-04-17T04:15:17Z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