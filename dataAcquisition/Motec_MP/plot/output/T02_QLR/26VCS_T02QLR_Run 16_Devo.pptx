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>
                <a:latin typeface="Rois Extra"/>
                <a:cs typeface="Poppins"/>
              </a:rPr>
              <a:t>Supercars Systems Report 2026</a:t>
            </a:r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en-AU" sz="1200"/>
              <a:t>Sessions:</a:t>
            </a:r>
          </a:p>
          <a:p>
            <a:r>
              <a:rPr lang="en-AU" sz="1200"/>
              <a:t>	Run 16</a:t>
            </a:r>
          </a:p>
          <a:p>
            <a:endParaRPr lang="en-AU" sz="1200"/>
          </a:p>
          <a:p>
            <a:r>
              <a:rPr lang="en-AU" sz="1200"/>
              <a:t>Teams:</a:t>
            </a:r>
          </a:p>
          <a:p>
            <a:r>
              <a:rPr lang="en-AU" sz="1200"/>
              <a:t>	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06C7A-FE47-56B4-1745-5B937F775AED}"/>
              </a:ext>
            </a:extLst>
          </p:cNvPr>
          <p:cNvSpPr txBox="1"/>
          <p:nvPr/>
        </p:nvSpPr>
        <p:spPr>
          <a:xfrm>
            <a:off x="254000" y="1524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C56D3-EB4D-E498-6936-2A8324B75624}"/>
              </a:ext>
            </a:extLst>
          </p:cNvPr>
          <p:cNvSpPr txBox="1"/>
          <p:nvPr/>
        </p:nvSpPr>
        <p:spPr>
          <a:xfrm>
            <a:off x="254000" y="609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8B308-27C4-35F2-0804-9AADD19FCD0A}"/>
              </a:ext>
            </a:extLst>
          </p:cNvPr>
          <p:cNvSpPr txBox="1"/>
          <p:nvPr/>
        </p:nvSpPr>
        <p:spPr>
          <a:xfrm>
            <a:off x="635000" y="609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F4F5F-78AB-A4B3-780E-AE2EE05361EB}"/>
              </a:ext>
            </a:extLst>
          </p:cNvPr>
          <p:cNvSpPr txBox="1"/>
          <p:nvPr/>
        </p:nvSpPr>
        <p:spPr>
          <a:xfrm>
            <a:off x="1905000" y="609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A3905-98B4-EC64-0473-003F0C839184}"/>
              </a:ext>
            </a:extLst>
          </p:cNvPr>
          <p:cNvSpPr txBox="1"/>
          <p:nvPr/>
        </p:nvSpPr>
        <p:spPr>
          <a:xfrm>
            <a:off x="2984500" y="60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A06A0-F039-C8D8-E05D-71B6AEBFCD36}"/>
              </a:ext>
            </a:extLst>
          </p:cNvPr>
          <p:cNvSpPr txBox="1"/>
          <p:nvPr/>
        </p:nvSpPr>
        <p:spPr>
          <a:xfrm>
            <a:off x="3873500" y="609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Colours</a:t>
            </a:r>
          </a:p>
        </p:txBody>
      </p:sp>
    </p:spTree>
    <p:extLst>
      <p:ext uri="{BB962C8B-B14F-4D97-AF65-F5344CB8AC3E}">
        <p14:creationId xmlns:p14="http://schemas.microsoft.com/office/powerpoint/2010/main" val="3177284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20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Systems Report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167</cp:revision>
  <dcterms:created xsi:type="dcterms:W3CDTF">2023-05-18T00:57:38Z</dcterms:created>
  <dcterms:modified xsi:type="dcterms:W3CDTF">2026-05-19T04:22:46Z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