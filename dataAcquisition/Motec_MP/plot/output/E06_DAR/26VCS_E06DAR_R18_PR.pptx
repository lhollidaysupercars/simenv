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08"/>
  </p:normalViewPr>
  <p:slideViewPr>
    <p:cSldViewPr snapToGrid="0">
      <p:cViewPr>
        <p:scale>
          <a:sx n="113" d="100"/>
          <a:sy n="113" d="100"/>
        </p:scale>
        <p:origin x="-50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3"/>
            <a:ext cx="9821810" cy="935820"/>
          </a:xfrm>
        </p:spPr>
        <p:txBody>
          <a:bodyPr>
            <a:normAutofit fontScale="90000"/>
          </a:bodyPr>
          <a:lstStyle/>
          <a:p>
            <a:r>
              <a:rPr lang="en-AU"/>
              <a:t>Supercars Performance </a:t>
            </a:r>
            <a:r>
              <a:rPr lang="en-AU" dirty="0"/>
              <a:t>Report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>
            <a:noAutofit/>
          </a:bodyPr>
          <a:lstStyle/>
          <a:p>
            <a:r>
              <a:rPr lang="en-AU" sz="2000" dirty="0"/>
              <a:t>Sessions:</a:t>
            </a:r>
          </a:p>
          <a:p>
            <a:r>
              <a:rPr lang="en-AU" sz="2000" dirty="0"/>
              <a:t>	R18</a:t>
            </a:r>
          </a:p>
          <a:p>
            <a:r>
              <a:rPr lang="en-AU" sz="2000" dirty="0"/>
              <a:t>Teams:</a:t>
            </a:r>
          </a:p>
          <a:p>
            <a:r>
              <a:rPr lang="en-AU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8636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4000" y="609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5000" y="6096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6096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84500" y="6096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3500" y="609600"/>
            <a:ext cx="889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Colours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4000" y="812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5000" y="812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Three Ford Fastest Lap Compare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5000" y="812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84500" y="812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timeseries_align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73500" y="812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000" y="1016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000" y="1016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Three Toyota Fastest Lap Compare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05000" y="1016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4500" y="1016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timeseries_align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73500" y="1016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4000" y="1219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5000" y="12192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Three Chevrolet Fastest Lap Compare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05000" y="1219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84500" y="12192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timeseries_align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73500" y="1219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4000" y="14224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5000" y="1422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Three Chevrolet Fastest Lap Compare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05000" y="14224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84500" y="14224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timeseries_align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873500" y="14224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4000" y="16256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5000" y="1625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Tyre Temperature Sensitivity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05000" y="16256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84500" y="1625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73500" y="16256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4000" y="1828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5000" y="1828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Tyre Pressure Sensitivity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05000" y="1828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84500" y="1828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73500" y="1828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4000" y="2032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5000" y="2032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Tyre Locking Timer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05000" y="2032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84500" y="2032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873500" y="2032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54000" y="2235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5000" y="22352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Wheel Slip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905000" y="2235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84500" y="22352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873500" y="2235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4000" y="24384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5000" y="2438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Wheel Speed Compare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905000" y="24384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984500" y="24384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timeseries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873500" y="24384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54000" y="26416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5000" y="2641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Track GPS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905000" y="26416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984500" y="2641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scatter_trace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873500" y="26416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54000" y="2844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5000" y="2844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Tyre Lateral Acceleration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905000" y="2844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984500" y="2844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873500" y="2844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54000" y="3048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5000" y="3048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Tyre Temperature Sensitivity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905000" y="3048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984500" y="3048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873500" y="3048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54000" y="3251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35000" y="32512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Three Ford Fastest Lap Compare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905000" y="3251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984500" y="32512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scatter_trace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873500" y="3251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54000" y="34544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35000" y="3454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Tyre IGL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905000" y="34544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984500" y="34544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sessionlapwise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873500" y="34544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54000" y="36576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35000" y="3657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Tyre Pressure Sensitivity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905000" y="36576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984500" y="3657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873500" y="36576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54000" y="3860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35000" y="3860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Fuel Consumption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905000" y="3860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984500" y="3860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873500" y="3860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54000" y="4064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35000" y="4064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Fuel Consumption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905000" y="4064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984500" y="4064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873500" y="4064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3D9477-EF40-6ED8-76EF-E7740F539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1" y="513643"/>
            <a:ext cx="10847838" cy="58307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C5295D-8ABF-C52E-A389-FF1C6E8EA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35" y="598714"/>
            <a:ext cx="9896930" cy="56605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4952C0-27F7-CD93-D9A1-04B81A368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743" y="653144"/>
            <a:ext cx="9394514" cy="5551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37</TotalTime>
  <Words>167</Words>
  <Application>Microsoft Macintosh PowerPoint</Application>
  <PresentationFormat>Widescreen</PresentationFormat>
  <Paragraphs>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Supercars Performance Report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168</cp:revision>
  <dcterms:created xsi:type="dcterms:W3CDTF">2023-05-18T00:57:38Z</dcterms:created>
  <dcterms:modified xsi:type="dcterms:W3CDTF">2026-06-20T10:33:01Z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