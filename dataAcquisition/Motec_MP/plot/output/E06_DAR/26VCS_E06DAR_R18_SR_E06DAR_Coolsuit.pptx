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14"/>
    <p:sldId id="257" r:id="rId8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45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openxmlformats.org/officeDocument/2006/relationships/slide" Target="slides/slide3.xml"/><Relationship Id="rId15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_slide4_xml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 dirty="0"/>
              <a:t>Supercars Systems Report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/>
          <a:lstStyle/>
          <a:p>
            <a:r>
              <a:rPr lang="en-AU" sz="1200" dirty="0"/>
              <a:t>Sessions:</a:t>
            </a:r>
          </a:p>
          <a:p>
            <a:r>
              <a:rPr lang="en-AU" sz="1200" dirty="0"/>
              <a:t>	R18</a:t>
            </a:r>
          </a:p>
          <a:p>
            <a:r>
              <a:rPr lang="en-AU" sz="1200" dirty="0"/>
              <a:t>Teams:</a:t>
            </a:r>
          </a:p>
          <a:p>
            <a:r>
              <a:rPr lang="en-AU" sz="1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4000" y="152400"/>
            <a:ext cx="8636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1800" b="1" dirty="0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4000" y="609600"/>
            <a:ext cx="3175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5000" y="6096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05000" y="609600"/>
            <a:ext cx="76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84500" y="6096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3500" y="609600"/>
            <a:ext cx="889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1" dirty="0">
                <a:solidFill>
                  <a:srgbClr val="000000"/>
                </a:solidFill>
              </a:rPr>
              <a:t>Colours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4000" y="8128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5000" y="812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Driver Monitor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5000" y="8128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mean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84500" y="812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sessionlapwise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73500" y="812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AU" sz="900" b="0" dirty="0">
                <a:solidFill>
                  <a:srgbClr val="000000"/>
                </a:solidFill>
              </a:rPr>
              <a:t>coolsuit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542925"/>
            <a:ext cx="9976338" cy="5403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0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166</cp:revision>
  <dcterms:created xsi:type="dcterms:W3CDTF">2023-05-18T00:57:38Z</dcterms:created>
  <dcterms:modified xsi:type="dcterms:W3CDTF">2026-03-05T02:38:47Z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