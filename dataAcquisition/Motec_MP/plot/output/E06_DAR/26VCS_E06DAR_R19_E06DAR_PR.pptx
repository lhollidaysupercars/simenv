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14"/>
    <p:sldId id="257" r:id="rId8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4_xml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5_xml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6_xml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 dirty="0"/>
              <a:t>Supercars Systems Report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/>
          <a:lstStyle/>
          <a:p>
            <a:r>
              <a:rPr lang="en-AU" sz="1200" dirty="0"/>
              <a:t>Sessions:</a:t>
            </a:r>
          </a:p>
          <a:p>
            <a:r>
              <a:rPr lang="en-AU" sz="1200" dirty="0"/>
              <a:t>	R19</a:t>
            </a:r>
          </a:p>
          <a:p>
            <a:r>
              <a:rPr lang="en-AU" sz="1200" dirty="0"/>
              <a:t>Teams:</a:t>
            </a:r>
          </a:p>
          <a:p>
            <a:r>
              <a:rPr lang="en-AU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863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4000" y="609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5000" y="6096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609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84500" y="6096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3500" y="609600"/>
            <a:ext cx="889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Colours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4000" y="812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812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Fuel Consumption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812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84500" y="812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table2csv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73500" y="812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" y="1016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0" y="1016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Fuel Consumption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5000" y="1016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4500" y="1016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table2csv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73500" y="1016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4000" y="1219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5000" y="1219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Fuel Consumption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05000" y="1219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84500" y="1219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table2csv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73500" y="1219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0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166</cp:revision>
  <dcterms:created xsi:type="dcterms:W3CDTF">2023-05-18T00:57:38Z</dcterms:created>
  <dcterms:modified xsi:type="dcterms:W3CDTF">2026-03-05T02:38:47Z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