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4" r:id="rId5"/>
    <p:sldMasterId id="2147483684" r:id="rId6"/>
  </p:sldMasterIdLst>
  <p:sldIdLst>
    <p:sldId id="256" r:id="rId7"/>
    <p:sldId id="258" r:id="rId14"/>
    <p:sldId id="257" r:id="rId8"/>
    <p:sldId id="259" r:id="rId15"/>
    <p:sldId id="26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31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65B8F0-36D5-87CA-49D9-2F75BD754142}" v="30" dt="2024-09-19T03:49:40.391"/>
    <p1510:client id="{E42E3817-6EA1-5A16-2ECE-66AC712D692B}" v="180" dt="2024-09-19T02:22:23.4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45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blur, blurry, sunset, bright&#10;&#10;Description automatically generated">
            <a:extLst>
              <a:ext uri="{FF2B5EF4-FFF2-40B4-BE49-F238E27FC236}">
                <a16:creationId xmlns:a16="http://schemas.microsoft.com/office/drawing/2014/main" id="{9707CE85-351A-F035-88A6-600F079A6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806641B8-761F-127E-0FB3-5E87AE9FA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D792A8EC-F05C-F0A9-0D1B-10981729EF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F8655B67-C644-EFF9-1973-E6860AE17CE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366342-C468-CFFD-ED7D-79E2FD1D82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6861" y="2422525"/>
            <a:ext cx="9269896" cy="100647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HEADING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A206E-E775-B06D-1081-521BBA4DAA3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58261" y="3668988"/>
            <a:ext cx="9268496" cy="505446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969460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6251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 w/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006475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8615"/>
            <a:ext cx="10515600" cy="3990354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F5E6AEC-B53D-1A91-B683-0F7CC1FEB5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8200" y="1382989"/>
            <a:ext cx="10514012" cy="505446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88615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 w/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006475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8615"/>
            <a:ext cx="10515600" cy="3990354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F5E6AEC-B53D-1A91-B683-0F7CC1FEB5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8200" y="1382989"/>
            <a:ext cx="10514012" cy="505446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814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4981769E-8629-0F4B-0B6B-D1686F6B30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511" b="62174"/>
          <a:stretch/>
        </p:blipFill>
        <p:spPr>
          <a:xfrm>
            <a:off x="9084364" y="0"/>
            <a:ext cx="3107635" cy="25941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06C9F3-3006-BEC2-4DC4-CB2A06539C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B8CBF-1357-E9F7-F8E6-2D871FF08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D6DCCDDD-A95F-18AC-9227-ECD828338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03299"/>
            <a:ext cx="1358188" cy="101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228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A2C16-E1A2-835E-18E5-C7BEADDE4E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68D0A-600B-EAC7-03B2-ACB47F15E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F82D6F0-043E-D7DB-AAB7-2FD731577A3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72202" y="1825625"/>
            <a:ext cx="5181600" cy="4351338"/>
          </a:xfrm>
        </p:spPr>
        <p:txBody>
          <a:bodyPr>
            <a:norm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03881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08B98-A174-10B5-38F6-F65B541E11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4E9EE-8671-B790-4D3F-42AA3D1C46B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AB00A-13BA-20C9-1258-6DBFA9108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0E307B-20B1-BA04-621D-AF3F251047E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157CA0-0627-2AF4-9C3C-FF397B4B4C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704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A782B-6B0C-EB64-57F4-76E99D6F3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2378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2327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F31F0-FAB8-9EFE-9427-F68C273C83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830B6-07AA-E9A1-042B-32C822632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386B5-C90A-C95D-8A2E-59C9E2B021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08330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C459F-D9CA-F4C9-1E4B-3FC9AD795A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5F1BAE-0C66-BAEE-3FED-660F01CB9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DCDBC7-8455-E545-1E89-4C0B16C04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31357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C459F-D9CA-F4C9-1E4B-3FC9AD795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5F1BAE-0C66-BAEE-3FED-660F01CB9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DCDBC7-8455-E545-1E89-4C0B16C04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345294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6BC1-CF22-5BE9-137F-0D85B58D11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7B34DA-3056-7611-AB89-AF390D8BD9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4944D-66F9-D2C9-082D-1ED8C42E0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65B82-1196-226A-EA21-87ED5B03B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CE885-570F-6D78-09DD-01B16ACA8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60649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008FF740-BB5B-6911-9E9A-A4ECDBB79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939" y="20847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41BFE5-E258-E679-8FAF-6503933A0C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339410-9EA2-D48C-16C0-51585EC29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C314D3D2-1359-FC18-7159-E3DD5D728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2B978EF-0A52-B08F-FEE7-2CB0E92A4DBD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383770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0195CA05-9EDA-FCED-1AAA-5CF9BB38E7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4189"/>
          <a:stretch/>
        </p:blipFill>
        <p:spPr>
          <a:xfrm>
            <a:off x="-9939" y="3031435"/>
            <a:ext cx="12192000" cy="38275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3AB1D3-1F41-6EF2-618F-6A1DF1D6B3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EFB69-087B-CADB-CBE4-9B4DCD693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A5A0C67-8E82-81BE-4F9B-2FA20FC9FB40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9563031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CFDBBDC2-0DA9-15F6-1E24-7842F980F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DC4785-4652-F31E-343E-3A0CE5B1D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19499-A0F3-128F-7A39-E1C03D346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2E35117C-8210-492A-A944-DEE023A3C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37023F3-21B0-2C55-0D80-C25867F3FCE6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6816977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19CF2DE2-8D93-9BEE-0BBC-105F03F16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9"/>
            <a:ext cx="12192000" cy="6858000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E2242CFA-C19D-FAA1-E78A-505B96C5E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2039" y="27278"/>
            <a:ext cx="6124296" cy="68307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5" name="Picture 14" descr="Logo&#10;&#10;Description automatically generated">
            <a:extLst>
              <a:ext uri="{FF2B5EF4-FFF2-40B4-BE49-F238E27FC236}">
                <a16:creationId xmlns:a16="http://schemas.microsoft.com/office/drawing/2014/main" id="{D62501E3-348D-B1CF-15D6-4452F84BC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24200EE1-4F51-BFE6-97D7-C1C82FA021DE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05070" y="1117510"/>
            <a:ext cx="4441899" cy="3099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8C92E948-7E9E-1AFF-9D1D-B5979D5A094A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8E2FAEB-BCDB-02E6-9680-4FC18709554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05070" y="4345144"/>
            <a:ext cx="4441899" cy="12903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Body Copy Here</a:t>
            </a:r>
          </a:p>
        </p:txBody>
      </p:sp>
    </p:spTree>
    <p:extLst>
      <p:ext uri="{BB962C8B-B14F-4D97-AF65-F5344CB8AC3E}">
        <p14:creationId xmlns:p14="http://schemas.microsoft.com/office/powerpoint/2010/main" val="911995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blur, blurry, sunset, bright">
            <a:extLst>
              <a:ext uri="{FF2B5EF4-FFF2-40B4-BE49-F238E27FC236}">
                <a16:creationId xmlns:a16="http://schemas.microsoft.com/office/drawing/2014/main" id="{C5BD62C6-0215-12B7-E311-5083F2F14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252C139-43F3-7FFB-5B7D-FB3FF7FAD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8743" y="1602539"/>
            <a:ext cx="3403485" cy="21883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621A8F0-ABDD-32BB-1C9C-F9D60E2C789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388743" y="3860954"/>
            <a:ext cx="3403485" cy="21883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26B92D24-D548-ADE5-A383-E4A6C94733E2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7905289" y="1602539"/>
            <a:ext cx="3403485" cy="44551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B4AF6A36-C2BF-CD4A-584B-6EB07E3997A7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72197" y="1594164"/>
            <a:ext cx="3403485" cy="44551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4EBB7FB-C986-33A3-0779-B5FC9D15A8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2197" y="998041"/>
            <a:ext cx="4922316" cy="406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/>
              <a:t>INSERT SUBHEADING HERE</a:t>
            </a:r>
          </a:p>
        </p:txBody>
      </p:sp>
    </p:spTree>
    <p:extLst>
      <p:ext uri="{BB962C8B-B14F-4D97-AF65-F5344CB8AC3E}">
        <p14:creationId xmlns:p14="http://schemas.microsoft.com/office/powerpoint/2010/main" val="476224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838C0-4E5A-9984-8F50-514CDF7165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800">
                <a:solidFill>
                  <a:schemeClr val="bg1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1665F-54F1-90FE-2386-5D77321A1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84BF6C-78E0-BEF5-BFBE-0E7BA3AC4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25630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CBFF0-8428-4F8E-0AD8-DD0E82B7D0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10D17C-65BE-1B0E-C638-8A04EF8585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83913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8C932-8608-AE2F-8BD6-9D3FECC2E2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04824-760E-D2B5-B736-5503631A6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9451473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5BF0F-971B-C0C3-19DB-08896951FC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7EBC5-E8ED-86D7-08A0-8AF48A342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4893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9784D-0FB2-C197-88C9-5736CA8E1A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963A02F-B50F-80F5-1418-66E9C82417E8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39788" y="1838325"/>
            <a:ext cx="5157787" cy="435133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26D7F02-580D-2D6E-8835-BE0500069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4427" y="1838325"/>
            <a:ext cx="5157787" cy="435133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020326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hape&#10;&#10;Description automatically generated with medium confidence">
            <a:extLst>
              <a:ext uri="{FF2B5EF4-FFF2-40B4-BE49-F238E27FC236}">
                <a16:creationId xmlns:a16="http://schemas.microsoft.com/office/drawing/2014/main" id="{EEE10D8A-2F73-55E7-50D2-A585EC5577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1609"/>
          <a:stretch/>
        </p:blipFill>
        <p:spPr>
          <a:xfrm>
            <a:off x="-9939" y="20847"/>
            <a:ext cx="12192000" cy="40045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4BF01D-3A07-1C85-2C7A-7363C19EC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43551-E5AA-A607-C758-5154B6CB0F4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F7D44-4190-CA88-33BE-73770CFC8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63CA83-67DE-557C-AAE6-726AE13C654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EBC4D7C-3CEB-E837-2CE6-EE8737B5C28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844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981320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hape&#10;&#10;Description automatically generated">
            <a:extLst>
              <a:ext uri="{FF2B5EF4-FFF2-40B4-BE49-F238E27FC236}">
                <a16:creationId xmlns:a16="http://schemas.microsoft.com/office/drawing/2014/main" id="{F934EA3F-0F55-DDAB-FE47-04E5768EB1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55384981-0B70-1E5F-A42A-5C4613421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1921B85C-F76D-7447-FC47-68C77F467235}"/>
              </a:ext>
            </a:extLst>
          </p:cNvPr>
          <p:cNvSpPr txBox="1">
            <a:spLocks/>
          </p:cNvSpPr>
          <p:nvPr/>
        </p:nvSpPr>
        <p:spPr>
          <a:xfrm>
            <a:off x="1268323" y="2649509"/>
            <a:ext cx="5984343" cy="4878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b="1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17C0216C-1C24-DF7D-4015-A17600D6A15B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27248-D017-EF3C-33D0-AA868CF842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47775" y="3136900"/>
            <a:ext cx="9356725" cy="16732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0EA7F7-49EF-05C0-E476-C73C694DF0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47775" y="1364442"/>
            <a:ext cx="9356725" cy="10191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400">
                <a:solidFill>
                  <a:schemeClr val="bg1"/>
                </a:solidFill>
                <a:latin typeface="Rois Extra" panose="00000605000000000000" pitchFamily="50" charset="0"/>
              </a:defRPr>
            </a:lvl1pPr>
            <a:lvl2pPr>
              <a:defRPr>
                <a:latin typeface="Rois Extra" panose="00000605000000000000" pitchFamily="50" charset="0"/>
              </a:defRPr>
            </a:lvl2pPr>
            <a:lvl3pPr>
              <a:defRPr>
                <a:latin typeface="Rois Extra" panose="00000605000000000000" pitchFamily="50" charset="0"/>
              </a:defRPr>
            </a:lvl3pPr>
            <a:lvl4pPr>
              <a:defRPr>
                <a:latin typeface="Rois Extra" panose="00000605000000000000" pitchFamily="50" charset="0"/>
              </a:defRPr>
            </a:lvl4pPr>
            <a:lvl5pPr>
              <a:defRPr>
                <a:latin typeface="Rois Extra" panose="00000605000000000000" pitchFamily="50" charset="0"/>
              </a:defRPr>
            </a:lvl5pPr>
          </a:lstStyle>
          <a:p>
            <a:pPr lvl="0"/>
            <a:r>
              <a:rPr lang="en-US"/>
              <a:t>Heading Text Here</a:t>
            </a:r>
            <a:endParaRPr lang="en-AU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4A9D36E-1FE7-9D43-85EC-A86B7DE7C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7775" y="2566354"/>
            <a:ext cx="5640042" cy="4338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800" b="1">
                <a:latin typeface="Poppins" pitchFamily="2" charset="77"/>
                <a:cs typeface="Poppins" pitchFamily="2" charset="77"/>
              </a:rPr>
              <a:t>Sub Heading here</a:t>
            </a:r>
          </a:p>
          <a:p>
            <a:pPr lvl="0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40701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377EDAEE-C11E-AB2F-3DC6-1AA3ED5DA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62CB364-04E7-20B8-6329-3394E40C5490}"/>
              </a:ext>
            </a:extLst>
          </p:cNvPr>
          <p:cNvCxnSpPr>
            <a:cxnSpLocks/>
          </p:cNvCxnSpPr>
          <p:nvPr/>
        </p:nvCxnSpPr>
        <p:spPr>
          <a:xfrm>
            <a:off x="4296814" y="2314982"/>
            <a:ext cx="0" cy="298853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2E894B-D06F-927A-C2DD-37F9DBA3509B}"/>
              </a:ext>
            </a:extLst>
          </p:cNvPr>
          <p:cNvCxnSpPr>
            <a:cxnSpLocks/>
          </p:cNvCxnSpPr>
          <p:nvPr/>
        </p:nvCxnSpPr>
        <p:spPr>
          <a:xfrm>
            <a:off x="7964574" y="2314982"/>
            <a:ext cx="0" cy="304949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3D237C-C4D0-F50C-8DDA-428EC7AF88D9}"/>
              </a:ext>
            </a:extLst>
          </p:cNvPr>
          <p:cNvSpPr txBox="1"/>
          <p:nvPr/>
        </p:nvSpPr>
        <p:spPr>
          <a:xfrm>
            <a:off x="1217523" y="821026"/>
            <a:ext cx="84830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3200">
              <a:latin typeface="Rois Extra" panose="00000605000000000000" pitchFamily="50" charset="0"/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3235393B-7E93-2F24-92BD-29AC0133A8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36320" y="2314982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491D4176-FB76-FFFB-0EEA-081A7B207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6320" y="3138894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B5BE2C3-D8F1-E541-6F11-AF5E72EC09B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98712" y="2312929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EA07E460-3A6B-2F73-661A-CB7A6CEE4637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98712" y="3136841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F595A73E-9C38-5F50-684E-FAD5440BE87F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266471" y="2306216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F138CCB-4A46-8517-5B8F-142C0C57380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266471" y="3130128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02396F8D-F21B-4B8B-8650-DC7F15F121D5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009773" y="1129259"/>
            <a:ext cx="9579665" cy="76085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solidFill>
                  <a:schemeClr val="bg1"/>
                </a:solidFill>
                <a:latin typeface="Rois Extra" panose="00000605000000000000" pitchFamily="50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431181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377EDAEE-C11E-AB2F-3DC6-1AA3ED5DA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25956278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8E70BEA3-DB44-2E9C-ED37-A9677D0B6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A7ED703C-4B29-5C5A-919F-F6BBDFBD2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9DF20D0-797A-AD0E-2119-33F1B0E60AA9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</a:t>
            </a:r>
            <a:r>
              <a:rPr lang="en-US">
                <a:solidFill>
                  <a:schemeClr val="bg1"/>
                </a:solidFill>
                <a:latin typeface="Rois Light"/>
              </a:rPr>
              <a:t> UNFORGETTABLE.</a:t>
            </a:r>
          </a:p>
        </p:txBody>
      </p:sp>
    </p:spTree>
    <p:extLst>
      <p:ext uri="{BB962C8B-B14F-4D97-AF65-F5344CB8AC3E}">
        <p14:creationId xmlns:p14="http://schemas.microsoft.com/office/powerpoint/2010/main" val="9632097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</a:t>
            </a:r>
            <a:r>
              <a:rPr lang="en-US">
                <a:solidFill>
                  <a:srgbClr val="FF0000"/>
                </a:solidFill>
                <a:latin typeface="Rois Light"/>
              </a:rPr>
              <a:t>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  <p:pic>
        <p:nvPicPr>
          <p:cNvPr id="2" name="Picture 1" descr="Shape&#10;&#10;Description automatically generated">
            <a:extLst>
              <a:ext uri="{FF2B5EF4-FFF2-40B4-BE49-F238E27FC236}">
                <a16:creationId xmlns:a16="http://schemas.microsoft.com/office/drawing/2014/main" id="{AFAB20C2-FCDF-7689-DBE7-2911152372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011" t="19314" r="22592" b="37621"/>
          <a:stretch/>
        </p:blipFill>
        <p:spPr>
          <a:xfrm>
            <a:off x="8607972" y="0"/>
            <a:ext cx="3584028" cy="295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0978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8E70BEA3-DB44-2E9C-ED37-A9677D0B6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9DF20D0-797A-AD0E-2119-33F1B0E60AA9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85016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CBD74-8B80-F0A1-C147-4942066133B6}"/>
              </a:ext>
            </a:extLst>
          </p:cNvPr>
          <p:cNvSpPr txBox="1">
            <a:spLocks/>
          </p:cNvSpPr>
          <p:nvPr/>
        </p:nvSpPr>
        <p:spPr>
          <a:xfrm>
            <a:off x="926183" y="2492792"/>
            <a:ext cx="7152640" cy="1731825"/>
          </a:xfrm>
          <a:prstGeom prst="rect">
            <a:avLst/>
          </a:prstGeom>
          <a:ln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0" b="1" kern="1200" spc="-300">
                <a:solidFill>
                  <a:srgbClr val="FFF6DD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r>
              <a:rPr lang="en-GB" sz="115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11500">
              <a:solidFill>
                <a:srgbClr val="EE3122"/>
              </a:solidFill>
              <a:latin typeface="Rois Light" pitchFamily="2" charset="77"/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D0FBAE-3B34-8F8B-3A83-D794B5BDC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2433B7C1-A8F5-35D1-2D4B-765CBF7302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2191998" cy="6857999"/>
          </a:xfrm>
          <a:prstGeom prst="rect">
            <a:avLst/>
          </a:prstGeom>
        </p:spPr>
      </p:pic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6FA37E17-A553-1C58-40E9-3AD368AF4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1040" y="274320"/>
            <a:ext cx="1358188" cy="1015467"/>
          </a:xfrm>
          <a:prstGeom prst="rect">
            <a:avLst/>
          </a:prstGeom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DDE9113D-77F4-65FE-4346-B7716B0DE3C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000275-F5FF-DB35-6208-763BBEC0F9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11275" y="2097088"/>
            <a:ext cx="7375525" cy="1520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sz="96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9600">
              <a:solidFill>
                <a:srgbClr val="EE3122"/>
              </a:solidFill>
              <a:latin typeface="Roi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819585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latin typeface="Rois Light"/>
              </a:rPr>
              <a:t>SUPERCARS. UNFORGETTABLE.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D0FBAE-3B34-8F8B-3A83-D794B5BDC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2433B7C1-A8F5-35D1-2D4B-765CBF7302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"/>
            <a:ext cx="12191998" cy="6857999"/>
          </a:xfrm>
          <a:prstGeom prst="rect">
            <a:avLst/>
          </a:prstGeom>
        </p:spPr>
      </p:pic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6FA37E17-A553-1C58-40E9-3AD368AF4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1040" y="274320"/>
            <a:ext cx="1358188" cy="1015467"/>
          </a:xfrm>
          <a:prstGeom prst="rect">
            <a:avLst/>
          </a:prstGeom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DDE9113D-77F4-65FE-4346-B7716B0DE3C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71618B1-3038-086A-ECB0-D88157DE0C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11275" y="2097088"/>
            <a:ext cx="7375525" cy="1520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sz="96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9600">
              <a:solidFill>
                <a:srgbClr val="EE3122"/>
              </a:solidFill>
              <a:latin typeface="Rois Light" pitchFamily="2" charset="77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CF05017-D11E-476B-DCEE-FF4193F202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656" y="3651788"/>
            <a:ext cx="3217863" cy="4064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/>
              <a:t>PRESENTED BY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E6DD1A5E-0FF9-0B4F-F644-AB0FDA95F2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90105" y="3651788"/>
            <a:ext cx="3217863" cy="406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 b="0"/>
              <a:t>First Name Last Name</a:t>
            </a:r>
          </a:p>
          <a:p>
            <a:pPr lvl="0"/>
            <a:r>
              <a:rPr lang="en-AU" b="0"/>
              <a:t>First Name Last Name</a:t>
            </a:r>
          </a:p>
        </p:txBody>
      </p:sp>
    </p:spTree>
    <p:extLst>
      <p:ext uri="{BB962C8B-B14F-4D97-AF65-F5344CB8AC3E}">
        <p14:creationId xmlns:p14="http://schemas.microsoft.com/office/powerpoint/2010/main" val="1912462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6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2E37F196-FA34-B26D-AE40-1E1C67EC4F44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t="39420"/>
          <a:stretch/>
        </p:blipFill>
        <p:spPr>
          <a:xfrm>
            <a:off x="0" y="2693503"/>
            <a:ext cx="12192000" cy="415455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55339-99DE-415E-07C7-C5BFCEAB9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06662-3442-99E0-C4C8-FADE9B765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253E944-7AB8-AA61-2FB6-D86E132CA795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3863872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E3123"/>
          </a:solidFill>
          <a:latin typeface="Rois Extra" panose="00000605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0000500000000000000" pitchFamily="2" charset="0"/>
        <a:buChar char="–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blur, blurry, sunset, bright&#10;&#10;Description automatically generated">
            <a:extLst>
              <a:ext uri="{FF2B5EF4-FFF2-40B4-BE49-F238E27FC236}">
                <a16:creationId xmlns:a16="http://schemas.microsoft.com/office/drawing/2014/main" id="{D21E4968-1681-22E8-43D5-FAD99EEE5A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F58DFA-F3DE-3BDA-A1E3-E1A0BD559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7BD500-F055-FC3C-EEEF-C2CD54005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65804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81" r:id="rId4"/>
    <p:sldLayoutId id="2147483682" r:id="rId5"/>
    <p:sldLayoutId id="214748368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Rois Extra" panose="00000605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0000500000000000000" pitchFamily="2" charset="0"/>
        <a:buChar char="–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307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_slide4_xml_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_slide5_xml_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C1DDC-B2CB-7EF2-8191-FD8A8E0DA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861" y="2062692"/>
            <a:ext cx="9269896" cy="1006475"/>
          </a:xfrm>
        </p:spPr>
        <p:txBody>
          <a:bodyPr>
            <a:normAutofit/>
          </a:bodyPr>
          <a:lstStyle/>
          <a:p>
            <a:r>
              <a:rPr lang="en-AU" dirty="0"/>
              <a:t>Supercars Systems Report 2026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0E885-E10D-B60F-AF42-AC4A3FA1C97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58261" y="3859488"/>
            <a:ext cx="9268496" cy="505446"/>
          </a:xfrm>
        </p:spPr>
        <p:txBody>
          <a:bodyPr/>
          <a:lstStyle/>
          <a:p>
            <a:r>
              <a:rPr lang="en-AU" sz="1200" dirty="0"/>
              <a:t>Sessions:</a:t>
            </a:r>
          </a:p>
          <a:p>
            <a:r>
              <a:rPr lang="en-AU" sz="1200" dirty="0"/>
              <a:t>	R19</a:t>
            </a:r>
          </a:p>
          <a:p>
            <a:r>
              <a:rPr lang="en-AU" sz="1200" dirty="0"/>
              <a:t>Teams:</a:t>
            </a:r>
          </a:p>
          <a:p>
            <a:r>
              <a:rPr lang="en-AU" sz="12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920613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0A690-A4A4-D27D-79CB-EFA3928FF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AU" dirty="0"/>
          </a:p>
          <a:p>
            <a:pPr lvl="1"/>
            <a:endParaRPr lang="en-AU" dirty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01952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4000" y="152400"/>
            <a:ext cx="86360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1800" b="1" dirty="0">
                <a:solidFill>
                  <a:srgbClr val="000000"/>
                </a:solidFill>
              </a:rPr>
              <a:t>Contents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54000" y="6096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1" dirty="0">
                <a:solidFill>
                  <a:srgbClr val="000000"/>
                </a:solidFill>
              </a:rPr>
              <a:t>#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35000" y="609600"/>
            <a:ext cx="1270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1" dirty="0">
                <a:solidFill>
                  <a:srgbClr val="000000"/>
                </a:solidFill>
              </a:rPr>
              <a:t>Title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05000" y="609600"/>
            <a:ext cx="762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1" dirty="0">
                <a:solidFill>
                  <a:srgbClr val="000000"/>
                </a:solidFill>
              </a:rPr>
              <a:t>Math Op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984500" y="609600"/>
            <a:ext cx="1016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1" dirty="0">
                <a:solidFill>
                  <a:srgbClr val="000000"/>
                </a:solidFill>
              </a:rPr>
              <a:t>Plot Type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73500" y="609600"/>
            <a:ext cx="889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1" dirty="0">
                <a:solidFill>
                  <a:srgbClr val="000000"/>
                </a:solidFill>
              </a:rPr>
              <a:t>Colours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4000" y="8128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35000" y="8128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Driver Monitor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05000" y="8128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mean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984500" y="8128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sessionlapwise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873500" y="8128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custom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4000" y="10160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5000" y="10160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Driver Helmet Monitor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05000" y="10160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mean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84500" y="10160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sessionlapwise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873500" y="10160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custom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00" y="542925"/>
            <a:ext cx="9976338" cy="5403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00" y="542925"/>
            <a:ext cx="9976338" cy="54038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upercars Unforgettabl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percars Unforgettable" id="{98475B74-64EF-42D5-842A-223577BC6D0B}" vid="{86514D24-3503-4961-9B5A-B45924C1C1BE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A2852EB101D6419A8BDBCDB4CE0400" ma:contentTypeVersion="17" ma:contentTypeDescription="Create a new document." ma:contentTypeScope="" ma:versionID="8250657a4cd7efa9ff73b9a3681665e9">
  <xsd:schema xmlns:xsd="http://www.w3.org/2001/XMLSchema" xmlns:xs="http://www.w3.org/2001/XMLSchema" xmlns:p="http://schemas.microsoft.com/office/2006/metadata/properties" xmlns:ns2="12ad00ac-4c42-47ce-ab86-061431276c9a" xmlns:ns3="e8f92b3c-02fe-4195-9893-2123a71269a1" targetNamespace="http://schemas.microsoft.com/office/2006/metadata/properties" ma:root="true" ma:fieldsID="d056a4a66f5dbe85c6be0e29e8eb8e77" ns2:_="" ns3:_="">
    <xsd:import namespace="12ad00ac-4c42-47ce-ab86-061431276c9a"/>
    <xsd:import namespace="e8f92b3c-02fe-4195-9893-2123a71269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ad00ac-4c42-47ce-ab86-061431276c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f4e584af-22ef-4099-b655-81a298e546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f92b3c-02fe-4195-9893-2123a71269a1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6e4740f1-f525-4895-8e3e-01adf998a032}" ma:internalName="TaxCatchAll" ma:showField="CatchAllData" ma:web="e8f92b3c-02fe-4195-9893-2123a71269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8f92b3c-02fe-4195-9893-2123a71269a1" xsi:nil="true"/>
    <lcf76f155ced4ddcb4097134ff3c332f xmlns="12ad00ac-4c42-47ce-ab86-061431276c9a">
      <Terms xmlns="http://schemas.microsoft.com/office/infopath/2007/PartnerControls"/>
    </lcf76f155ced4ddcb4097134ff3c332f>
    <SharedWithUsers xmlns="e8f92b3c-02fe-4195-9893-2123a71269a1">
      <UserInfo>
        <DisplayName>Elise Simons</DisplayName>
        <AccountId>2187</AccountId>
        <AccountType/>
      </UserInfo>
      <UserInfo>
        <DisplayName>Suzanne Hilellis</DisplayName>
        <AccountId>2139</AccountId>
        <AccountType/>
      </UserInfo>
      <UserInfo>
        <DisplayName>Nathan Prendergast</DisplayName>
        <AccountId>336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C5DB41-0850-43E5-9F35-58B8E3D53B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ad00ac-4c42-47ce-ab86-061431276c9a"/>
    <ds:schemaRef ds:uri="e8f92b3c-02fe-4195-9893-2123a71269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F30F198-499F-49E4-82B2-06F567469CD1}">
  <ds:schemaRefs>
    <ds:schemaRef ds:uri="12ad00ac-4c42-47ce-ab86-061431276c9a"/>
    <ds:schemaRef ds:uri="e8f92b3c-02fe-4195-9893-2123a71269a1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7FD88B2-A926-40A3-B6D1-01D8221CD5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Supercars Unforgettable</Template>
  <TotalTime>7</TotalTime>
  <Words>0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12" baseType="lpstr">
      <vt:lpstr>Arial</vt:lpstr>
      <vt:lpstr>Courier New</vt:lpstr>
      <vt:lpstr>Poppins</vt:lpstr>
      <vt:lpstr>Poppins SemiBold</vt:lpstr>
      <vt:lpstr>Rois Extra</vt:lpstr>
      <vt:lpstr>Rois Light</vt:lpstr>
      <vt:lpstr>Wingdings</vt:lpstr>
      <vt:lpstr>Supercars Unforgettable</vt:lpstr>
      <vt:lpstr>Custom Design</vt:lpstr>
      <vt:lpstr>1_Custom Design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Suzanne Hilellis</dc:creator>
  <cp:lastModifiedBy>Lachlan Holliday</cp:lastModifiedBy>
  <cp:revision>166</cp:revision>
  <dcterms:created xsi:type="dcterms:W3CDTF">2023-05-18T00:57:38Z</dcterms:created>
  <dcterms:modified xsi:type="dcterms:W3CDTF">2026-03-05T02:38:47Z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0x010100F7A2852EB101D6419A8BDBCDB4CE0400</vt:lpwstr>
  </property>
  <property fmtid="{D5CDD505-2E9C-101B-9397-08002B2CF9AE}" pid="3" name="MediaServiceImageTags">
    <vt:lpwstr/>
  </property>
</Properties>
</file>