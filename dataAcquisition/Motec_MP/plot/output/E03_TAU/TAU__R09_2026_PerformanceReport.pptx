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>
                <a:latin typeface="Rois Extra"/>
                <a:cs typeface="Poppins"/>
              </a:rPr>
              <a:t>Supercars Systems Report 2026</a:t>
            </a:r>
            <a:endParaRPr lang="en-AU" dirty="0">
              <a:latin typeface="Rois Extra"/>
              <a:cs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>
            <a:noAutofit/>
          </a:bodyPr>
          <a:lstStyle/>
          <a:p>
            <a:r>
              <a:rPr lang="en-AU" sz="1200"/>
              <a:t>Sessions:</a:t>
            </a:r>
          </a:p>
          <a:p>
            <a:r>
              <a:rPr lang="en-AU" sz="1200"/>
              <a:t>	R09</a:t>
            </a:r>
          </a:p>
          <a:p>
            <a:endParaRPr lang="en-AU" sz="1200"/>
          </a:p>
          <a:p>
            <a:r>
              <a:rPr lang="en-AU" sz="1200"/>
              <a:t>Teams:</a:t>
            </a:r>
          </a:p>
          <a:p>
            <a:r>
              <a:rPr lang="en-AU" sz="1200"/>
              <a:t>	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AB1F63-EA7C-7477-C58B-619F23E5C50F}"/>
              </a:ext>
            </a:extLst>
          </p:cNvPr>
          <p:cNvSpPr txBox="1"/>
          <p:nvPr/>
        </p:nvSpPr>
        <p:spPr>
          <a:xfrm>
            <a:off x="254000" y="1524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b="1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02BB28-F5EB-74E9-C9D4-EA590044A598}"/>
              </a:ext>
            </a:extLst>
          </p:cNvPr>
          <p:cNvSpPr txBox="1"/>
          <p:nvPr/>
        </p:nvSpPr>
        <p:spPr>
          <a:xfrm>
            <a:off x="254000" y="609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8964C-E264-1A76-05DD-A126E4D8745C}"/>
              </a:ext>
            </a:extLst>
          </p:cNvPr>
          <p:cNvSpPr txBox="1"/>
          <p:nvPr/>
        </p:nvSpPr>
        <p:spPr>
          <a:xfrm>
            <a:off x="635000" y="6096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2FD2A-A36B-0663-99AE-305212951254}"/>
              </a:ext>
            </a:extLst>
          </p:cNvPr>
          <p:cNvSpPr txBox="1"/>
          <p:nvPr/>
        </p:nvSpPr>
        <p:spPr>
          <a:xfrm>
            <a:off x="1905000" y="6096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DB610-F482-8A1F-151E-1D02AAF83047}"/>
              </a:ext>
            </a:extLst>
          </p:cNvPr>
          <p:cNvSpPr txBox="1"/>
          <p:nvPr/>
        </p:nvSpPr>
        <p:spPr>
          <a:xfrm>
            <a:off x="2984500" y="609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739B9-79DB-7025-4A11-D65332B3919B}"/>
              </a:ext>
            </a:extLst>
          </p:cNvPr>
          <p:cNvSpPr txBox="1"/>
          <p:nvPr/>
        </p:nvSpPr>
        <p:spPr>
          <a:xfrm>
            <a:off x="3873500" y="609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Colours</a:t>
            </a:r>
          </a:p>
        </p:txBody>
      </p:sp>
    </p:spTree>
    <p:extLst>
      <p:ext uri="{BB962C8B-B14F-4D97-AF65-F5344CB8AC3E}">
        <p14:creationId xmlns:p14="http://schemas.microsoft.com/office/powerpoint/2010/main" val="346263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19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Supercars Systems Report 2026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167</cp:revision>
  <dcterms:created xsi:type="dcterms:W3CDTF">2023-05-18T00:57:38Z</dcterms:created>
  <dcterms:modified xsi:type="dcterms:W3CDTF">2026-04-15T23:41:10Z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