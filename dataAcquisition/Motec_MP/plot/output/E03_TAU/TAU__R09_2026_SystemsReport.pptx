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R09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409B5-EBC8-0F59-66F1-968930E1C021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667EF-910C-6844-464C-8FF361970ADA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DA58F-864A-809E-83DA-069A02B26901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58E1E-6545-8614-FFE5-1C937533B27A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6547E-2305-681E-F7CD-61B86A32F525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2BBFE-8966-57BA-7BB8-F15F90F395C0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272872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2026-04-15T23:41:02Z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