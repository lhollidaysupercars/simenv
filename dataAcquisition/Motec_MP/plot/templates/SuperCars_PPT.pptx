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166</cp:revision>
  <dcterms:created xsi:type="dcterms:W3CDTF">2023-05-18T00:57:38Z</dcterms:created>
  <dcterms:modified xsi:type="dcterms:W3CDTF">2026-03-05T02:38:47Z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